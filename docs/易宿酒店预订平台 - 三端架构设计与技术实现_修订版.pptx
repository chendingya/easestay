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1.ftcdn.net/2df2e72100c6a4c3d153f9d43d79e135972d9d6c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3156" r="31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71B4D">
                  <a:alpha val="95000"/>
                </a:srgbClr>
              </a:gs>
              <a:gs pos="50000">
                <a:srgbClr val="071B4D">
                  <a:alpha val="85000"/>
                </a:srgbClr>
              </a:gs>
              <a:gs pos="100000">
                <a:srgbClr val="1677FF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930" y="13395"/>
                </a:moveTo>
                <a:cubicBezTo>
                  <a:pt x="8930" y="5972"/>
                  <a:pt x="14901" y="0"/>
                  <a:pt x="22324" y="0"/>
                </a:cubicBezTo>
                <a:lnTo>
                  <a:pt x="263426" y="0"/>
                </a:lnTo>
                <a:cubicBezTo>
                  <a:pt x="270849" y="0"/>
                  <a:pt x="276820" y="5972"/>
                  <a:pt x="276820" y="13395"/>
                </a:cubicBezTo>
                <a:cubicBezTo>
                  <a:pt x="276820" y="20817"/>
                  <a:pt x="270849" y="26789"/>
                  <a:pt x="263426" y="26789"/>
                </a:cubicBezTo>
                <a:lnTo>
                  <a:pt x="258961" y="26789"/>
                </a:lnTo>
                <a:lnTo>
                  <a:pt x="258961" y="258961"/>
                </a:lnTo>
                <a:lnTo>
                  <a:pt x="263426" y="258961"/>
                </a:lnTo>
                <a:cubicBezTo>
                  <a:pt x="270849" y="258961"/>
                  <a:pt x="276820" y="264933"/>
                  <a:pt x="276820" y="272355"/>
                </a:cubicBezTo>
                <a:cubicBezTo>
                  <a:pt x="276820" y="279778"/>
                  <a:pt x="270849" y="285750"/>
                  <a:pt x="263426" y="285750"/>
                </a:cubicBezTo>
                <a:lnTo>
                  <a:pt x="22324" y="285750"/>
                </a:lnTo>
                <a:cubicBezTo>
                  <a:pt x="14901" y="285750"/>
                  <a:pt x="8930" y="279778"/>
                  <a:pt x="8930" y="272355"/>
                </a:cubicBezTo>
                <a:cubicBezTo>
                  <a:pt x="8930" y="264933"/>
                  <a:pt x="14901" y="258961"/>
                  <a:pt x="22324" y="258961"/>
                </a:cubicBezTo>
                <a:lnTo>
                  <a:pt x="26789" y="258961"/>
                </a:lnTo>
                <a:lnTo>
                  <a:pt x="26789" y="26789"/>
                </a:lnTo>
                <a:lnTo>
                  <a:pt x="22324" y="26789"/>
                </a:lnTo>
                <a:cubicBezTo>
                  <a:pt x="14901" y="26789"/>
                  <a:pt x="8930" y="20817"/>
                  <a:pt x="8930" y="13395"/>
                </a:cubicBezTo>
                <a:close/>
                <a:moveTo>
                  <a:pt x="125016" y="62508"/>
                </a:moveTo>
                <a:lnTo>
                  <a:pt x="125016" y="80367"/>
                </a:lnTo>
                <a:cubicBezTo>
                  <a:pt x="125016" y="85279"/>
                  <a:pt x="129034" y="89297"/>
                  <a:pt x="133945" y="89297"/>
                </a:cubicBezTo>
                <a:lnTo>
                  <a:pt x="151805" y="89297"/>
                </a:lnTo>
                <a:cubicBezTo>
                  <a:pt x="156716" y="89297"/>
                  <a:pt x="160734" y="85279"/>
                  <a:pt x="160734" y="80367"/>
                </a:cubicBezTo>
                <a:lnTo>
                  <a:pt x="160734" y="62508"/>
                </a:lnTo>
                <a:cubicBezTo>
                  <a:pt x="160734" y="57596"/>
                  <a:pt x="156716" y="53578"/>
                  <a:pt x="151805" y="53578"/>
                </a:cubicBezTo>
                <a:lnTo>
                  <a:pt x="133945" y="53578"/>
                </a:lnTo>
                <a:cubicBezTo>
                  <a:pt x="129034" y="53578"/>
                  <a:pt x="125016" y="57596"/>
                  <a:pt x="125016" y="62508"/>
                </a:cubicBezTo>
                <a:close/>
                <a:moveTo>
                  <a:pt x="71438" y="53578"/>
                </a:moveTo>
                <a:cubicBezTo>
                  <a:pt x="66526" y="53578"/>
                  <a:pt x="62508" y="57596"/>
                  <a:pt x="62508" y="62508"/>
                </a:cubicBezTo>
                <a:lnTo>
                  <a:pt x="62508" y="80367"/>
                </a:lnTo>
                <a:cubicBezTo>
                  <a:pt x="62508" y="85279"/>
                  <a:pt x="66526" y="89297"/>
                  <a:pt x="71438" y="89297"/>
                </a:cubicBezTo>
                <a:lnTo>
                  <a:pt x="89297" y="89297"/>
                </a:lnTo>
                <a:cubicBezTo>
                  <a:pt x="94208" y="89297"/>
                  <a:pt x="98227" y="85279"/>
                  <a:pt x="98227" y="80367"/>
                </a:cubicBezTo>
                <a:lnTo>
                  <a:pt x="98227" y="62508"/>
                </a:lnTo>
                <a:cubicBezTo>
                  <a:pt x="98227" y="57596"/>
                  <a:pt x="94208" y="53578"/>
                  <a:pt x="89297" y="53578"/>
                </a:cubicBezTo>
                <a:lnTo>
                  <a:pt x="71438" y="53578"/>
                </a:lnTo>
                <a:close/>
                <a:moveTo>
                  <a:pt x="125016" y="116086"/>
                </a:moveTo>
                <a:lnTo>
                  <a:pt x="125016" y="133945"/>
                </a:lnTo>
                <a:cubicBezTo>
                  <a:pt x="125016" y="138857"/>
                  <a:pt x="129034" y="142875"/>
                  <a:pt x="133945" y="142875"/>
                </a:cubicBezTo>
                <a:lnTo>
                  <a:pt x="151805" y="142875"/>
                </a:lnTo>
                <a:cubicBezTo>
                  <a:pt x="156716" y="142875"/>
                  <a:pt x="160734" y="138857"/>
                  <a:pt x="160734" y="133945"/>
                </a:cubicBezTo>
                <a:lnTo>
                  <a:pt x="160734" y="116086"/>
                </a:lnTo>
                <a:cubicBezTo>
                  <a:pt x="160734" y="111175"/>
                  <a:pt x="156716" y="107156"/>
                  <a:pt x="151805" y="107156"/>
                </a:cubicBezTo>
                <a:lnTo>
                  <a:pt x="133945" y="107156"/>
                </a:lnTo>
                <a:cubicBezTo>
                  <a:pt x="129034" y="107156"/>
                  <a:pt x="125016" y="111175"/>
                  <a:pt x="125016" y="116086"/>
                </a:cubicBezTo>
                <a:close/>
                <a:moveTo>
                  <a:pt x="196453" y="53578"/>
                </a:moveTo>
                <a:cubicBezTo>
                  <a:pt x="191542" y="53578"/>
                  <a:pt x="187523" y="57596"/>
                  <a:pt x="187523" y="62508"/>
                </a:cubicBezTo>
                <a:lnTo>
                  <a:pt x="187523" y="80367"/>
                </a:lnTo>
                <a:cubicBezTo>
                  <a:pt x="187523" y="85279"/>
                  <a:pt x="191542" y="89297"/>
                  <a:pt x="196453" y="89297"/>
                </a:cubicBezTo>
                <a:lnTo>
                  <a:pt x="214313" y="89297"/>
                </a:lnTo>
                <a:cubicBezTo>
                  <a:pt x="219224" y="89297"/>
                  <a:pt x="223242" y="85279"/>
                  <a:pt x="223242" y="80367"/>
                </a:cubicBezTo>
                <a:lnTo>
                  <a:pt x="223242" y="62508"/>
                </a:lnTo>
                <a:cubicBezTo>
                  <a:pt x="223242" y="57596"/>
                  <a:pt x="219224" y="53578"/>
                  <a:pt x="214313" y="53578"/>
                </a:cubicBezTo>
                <a:lnTo>
                  <a:pt x="196453" y="53578"/>
                </a:lnTo>
                <a:close/>
                <a:moveTo>
                  <a:pt x="62508" y="116086"/>
                </a:moveTo>
                <a:lnTo>
                  <a:pt x="62508" y="133945"/>
                </a:lnTo>
                <a:cubicBezTo>
                  <a:pt x="62508" y="138857"/>
                  <a:pt x="66526" y="142875"/>
                  <a:pt x="71438" y="142875"/>
                </a:cubicBezTo>
                <a:lnTo>
                  <a:pt x="89297" y="142875"/>
                </a:lnTo>
                <a:cubicBezTo>
                  <a:pt x="94208" y="142875"/>
                  <a:pt x="98227" y="138857"/>
                  <a:pt x="98227" y="133945"/>
                </a:cubicBezTo>
                <a:lnTo>
                  <a:pt x="98227" y="116086"/>
                </a:lnTo>
                <a:cubicBezTo>
                  <a:pt x="98227" y="111175"/>
                  <a:pt x="94208" y="107156"/>
                  <a:pt x="89297" y="107156"/>
                </a:cubicBezTo>
                <a:lnTo>
                  <a:pt x="71438" y="107156"/>
                </a:lnTo>
                <a:cubicBezTo>
                  <a:pt x="66526" y="107156"/>
                  <a:pt x="62508" y="111175"/>
                  <a:pt x="62508" y="116086"/>
                </a:cubicBezTo>
                <a:close/>
                <a:moveTo>
                  <a:pt x="196453" y="107156"/>
                </a:moveTo>
                <a:cubicBezTo>
                  <a:pt x="191542" y="107156"/>
                  <a:pt x="187523" y="111175"/>
                  <a:pt x="187523" y="116086"/>
                </a:cubicBezTo>
                <a:lnTo>
                  <a:pt x="187523" y="133945"/>
                </a:lnTo>
                <a:cubicBezTo>
                  <a:pt x="187523" y="138857"/>
                  <a:pt x="191542" y="142875"/>
                  <a:pt x="196453" y="142875"/>
                </a:cubicBezTo>
                <a:lnTo>
                  <a:pt x="214313" y="142875"/>
                </a:lnTo>
                <a:cubicBezTo>
                  <a:pt x="219224" y="142875"/>
                  <a:pt x="223242" y="138857"/>
                  <a:pt x="223242" y="133945"/>
                </a:cubicBezTo>
                <a:lnTo>
                  <a:pt x="223242" y="116086"/>
                </a:lnTo>
                <a:cubicBezTo>
                  <a:pt x="223242" y="111175"/>
                  <a:pt x="219224" y="107156"/>
                  <a:pt x="214313" y="107156"/>
                </a:cubicBezTo>
                <a:lnTo>
                  <a:pt x="196453" y="107156"/>
                </a:lnTo>
                <a:close/>
                <a:moveTo>
                  <a:pt x="160734" y="214313"/>
                </a:moveTo>
                <a:lnTo>
                  <a:pt x="185179" y="214313"/>
                </a:lnTo>
                <a:cubicBezTo>
                  <a:pt x="190705" y="214313"/>
                  <a:pt x="194946" y="209290"/>
                  <a:pt x="192993" y="204155"/>
                </a:cubicBezTo>
                <a:cubicBezTo>
                  <a:pt x="185291" y="184007"/>
                  <a:pt x="165757" y="169664"/>
                  <a:pt x="142931" y="169664"/>
                </a:cubicBezTo>
                <a:cubicBezTo>
                  <a:pt x="120104" y="169664"/>
                  <a:pt x="100571" y="184007"/>
                  <a:pt x="92869" y="204155"/>
                </a:cubicBezTo>
                <a:cubicBezTo>
                  <a:pt x="90915" y="209290"/>
                  <a:pt x="95157" y="214313"/>
                  <a:pt x="100682" y="214313"/>
                </a:cubicBezTo>
                <a:lnTo>
                  <a:pt x="125127" y="214313"/>
                </a:lnTo>
                <a:lnTo>
                  <a:pt x="125127" y="258961"/>
                </a:lnTo>
                <a:lnTo>
                  <a:pt x="160846" y="258961"/>
                </a:lnTo>
                <a:lnTo>
                  <a:pt x="160846" y="21431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04899" y="438150"/>
            <a:ext cx="39366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EAF4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HOTEL BOOKING PLATFORM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4900" y="666750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38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易宿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312908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易宿酒店预订平台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322558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28575" y="0"/>
                </a:moveTo>
                <a:lnTo>
                  <a:pt x="1495425" y="0"/>
                </a:lnTo>
                <a:cubicBezTo>
                  <a:pt x="1511196" y="0"/>
                  <a:pt x="1524000" y="12804"/>
                  <a:pt x="1524000" y="28575"/>
                </a:cubicBezTo>
                <a:lnTo>
                  <a:pt x="1524000" y="28575"/>
                </a:lnTo>
                <a:cubicBezTo>
                  <a:pt x="1524000" y="44346"/>
                  <a:pt x="1511196" y="57150"/>
                  <a:pt x="14954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4CC9F0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381000" y="368450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三端架构设计与技术实现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810" y="4457462"/>
            <a:ext cx="1198245" cy="464820"/>
          </a:xfrm>
          <a:custGeom>
            <a:avLst/>
            <a:gdLst/>
            <a:ahLst/>
            <a:cxnLst/>
            <a:rect l="l" t="t" r="r" b="b"/>
            <a:pathLst>
              <a:path w="1198245" h="464820">
                <a:moveTo>
                  <a:pt x="114299" y="0"/>
                </a:moveTo>
                <a:lnTo>
                  <a:pt x="1083946" y="0"/>
                </a:lnTo>
                <a:cubicBezTo>
                  <a:pt x="1147071" y="0"/>
                  <a:pt x="1198245" y="51174"/>
                  <a:pt x="1198245" y="114299"/>
                </a:cubicBezTo>
                <a:lnTo>
                  <a:pt x="1198245" y="350521"/>
                </a:lnTo>
                <a:cubicBezTo>
                  <a:pt x="1198245" y="413646"/>
                  <a:pt x="1147071" y="464820"/>
                  <a:pt x="10839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EAF4FF">
              <a:alpha val="10196"/>
            </a:srgbClr>
          </a:solidFill>
          <a:ln w="10160">
            <a:solidFill>
              <a:srgbClr val="EAF4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26745" y="459462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31545" y="457557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819275" y="4457462"/>
            <a:ext cx="1198245" cy="464820"/>
          </a:xfrm>
          <a:custGeom>
            <a:avLst/>
            <a:gdLst/>
            <a:ahLst/>
            <a:cxnLst/>
            <a:rect l="l" t="t" r="r" b="b"/>
            <a:pathLst>
              <a:path w="1198245" h="464820">
                <a:moveTo>
                  <a:pt x="114299" y="0"/>
                </a:moveTo>
                <a:lnTo>
                  <a:pt x="1083946" y="0"/>
                </a:lnTo>
                <a:cubicBezTo>
                  <a:pt x="1147071" y="0"/>
                  <a:pt x="1198245" y="51174"/>
                  <a:pt x="1198245" y="114299"/>
                </a:cubicBezTo>
                <a:lnTo>
                  <a:pt x="1198245" y="350521"/>
                </a:lnTo>
                <a:cubicBezTo>
                  <a:pt x="1198245" y="413646"/>
                  <a:pt x="1147071" y="464820"/>
                  <a:pt x="10839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EAF4FF">
              <a:alpha val="10196"/>
            </a:srgbClr>
          </a:solidFill>
          <a:ln w="10160">
            <a:solidFill>
              <a:srgbClr val="EAF4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2037398" y="45946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366010" y="457557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53740" y="4457462"/>
            <a:ext cx="1198245" cy="464820"/>
          </a:xfrm>
          <a:custGeom>
            <a:avLst/>
            <a:gdLst/>
            <a:ahLst/>
            <a:cxnLst/>
            <a:rect l="l" t="t" r="r" b="b"/>
            <a:pathLst>
              <a:path w="1198245" h="464820">
                <a:moveTo>
                  <a:pt x="114299" y="0"/>
                </a:moveTo>
                <a:lnTo>
                  <a:pt x="1083946" y="0"/>
                </a:lnTo>
                <a:cubicBezTo>
                  <a:pt x="1147071" y="0"/>
                  <a:pt x="1198245" y="51174"/>
                  <a:pt x="1198245" y="114299"/>
                </a:cubicBezTo>
                <a:lnTo>
                  <a:pt x="1198245" y="350521"/>
                </a:lnTo>
                <a:cubicBezTo>
                  <a:pt x="1198245" y="413646"/>
                  <a:pt x="1147071" y="464820"/>
                  <a:pt x="10839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EAF4FF">
              <a:alpha val="10196"/>
            </a:srgbClr>
          </a:solidFill>
          <a:ln w="10160">
            <a:solidFill>
              <a:srgbClr val="EAF4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3483769" y="459462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3800475" y="457557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993041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EAF4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1231166" y="62484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129" y="410442"/>
            <a:ext cx="74626" cy="373129"/>
          </a:xfrm>
          <a:custGeom>
            <a:avLst/>
            <a:gdLst/>
            <a:ahLst/>
            <a:cxnLst/>
            <a:rect l="l" t="t" r="r" b="b"/>
            <a:pathLst>
              <a:path w="74626" h="373129">
                <a:moveTo>
                  <a:pt x="37313" y="0"/>
                </a:moveTo>
                <a:lnTo>
                  <a:pt x="37313" y="0"/>
                </a:lnTo>
                <a:cubicBezTo>
                  <a:pt x="57920" y="0"/>
                  <a:pt x="74626" y="16706"/>
                  <a:pt x="74626" y="37313"/>
                </a:cubicBezTo>
                <a:lnTo>
                  <a:pt x="74626" y="335816"/>
                </a:lnTo>
                <a:cubicBezTo>
                  <a:pt x="74626" y="356410"/>
                  <a:pt x="57906" y="373129"/>
                  <a:pt x="37313" y="373129"/>
                </a:cubicBez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9694" y="373129"/>
            <a:ext cx="1119388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9694" y="895510"/>
            <a:ext cx="11352459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1786" y="1380578"/>
            <a:ext cx="5606268" cy="1408563"/>
          </a:xfrm>
          <a:custGeom>
            <a:avLst/>
            <a:gdLst/>
            <a:ahLst/>
            <a:cxnLst/>
            <a:rect l="l" t="t" r="r" b="b"/>
            <a:pathLst>
              <a:path w="5606268" h="1408563">
                <a:moveTo>
                  <a:pt x="37313" y="0"/>
                </a:moveTo>
                <a:lnTo>
                  <a:pt x="5494329" y="0"/>
                </a:lnTo>
                <a:cubicBezTo>
                  <a:pt x="5556151" y="0"/>
                  <a:pt x="5606268" y="50117"/>
                  <a:pt x="5606268" y="111939"/>
                </a:cubicBezTo>
                <a:lnTo>
                  <a:pt x="5606268" y="1296625"/>
                </a:lnTo>
                <a:cubicBezTo>
                  <a:pt x="5606268" y="1358447"/>
                  <a:pt x="5556151" y="1408563"/>
                  <a:pt x="5494329" y="1408563"/>
                </a:cubicBezTo>
                <a:lnTo>
                  <a:pt x="37313" y="1408563"/>
                </a:lnTo>
                <a:cubicBezTo>
                  <a:pt x="16706" y="1408563"/>
                  <a:pt x="0" y="1391858"/>
                  <a:pt x="0" y="1371250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91786" y="1380578"/>
            <a:ext cx="37313" cy="1408563"/>
          </a:xfrm>
          <a:custGeom>
            <a:avLst/>
            <a:gdLst/>
            <a:ahLst/>
            <a:cxnLst/>
            <a:rect l="l" t="t" r="r" b="b"/>
            <a:pathLst>
              <a:path w="37313" h="1408563">
                <a:moveTo>
                  <a:pt x="37313" y="0"/>
                </a:moveTo>
                <a:lnTo>
                  <a:pt x="37313" y="0"/>
                </a:lnTo>
                <a:lnTo>
                  <a:pt x="37313" y="1408563"/>
                </a:lnTo>
                <a:lnTo>
                  <a:pt x="37313" y="1408563"/>
                </a:lnTo>
                <a:cubicBezTo>
                  <a:pt x="16706" y="1408563"/>
                  <a:pt x="0" y="1391858"/>
                  <a:pt x="0" y="1371250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34320" y="1828916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86065" y="1839411"/>
            <a:ext cx="634320" cy="52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1961" y="1742065"/>
            <a:ext cx="4580162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项目目标与技术挑战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5953" y="2015365"/>
            <a:ext cx="4552178" cy="550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项目核心目标与关键技术挑战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6306" y="1380578"/>
            <a:ext cx="5606268" cy="1408563"/>
          </a:xfrm>
          <a:custGeom>
            <a:avLst/>
            <a:gdLst/>
            <a:ahLst/>
            <a:cxnLst/>
            <a:rect l="l" t="t" r="r" b="b"/>
            <a:pathLst>
              <a:path w="5606268" h="1408563">
                <a:moveTo>
                  <a:pt x="37313" y="0"/>
                </a:moveTo>
                <a:lnTo>
                  <a:pt x="5494329" y="0"/>
                </a:lnTo>
                <a:cubicBezTo>
                  <a:pt x="5556151" y="0"/>
                  <a:pt x="5606268" y="50117"/>
                  <a:pt x="5606268" y="111939"/>
                </a:cubicBezTo>
                <a:lnTo>
                  <a:pt x="5606268" y="1296625"/>
                </a:lnTo>
                <a:cubicBezTo>
                  <a:pt x="5606268" y="1358447"/>
                  <a:pt x="5556151" y="1408563"/>
                  <a:pt x="5494329" y="1408563"/>
                </a:cubicBezTo>
                <a:lnTo>
                  <a:pt x="37313" y="1408563"/>
                </a:lnTo>
                <a:cubicBezTo>
                  <a:pt x="16706" y="1408563"/>
                  <a:pt x="0" y="1391858"/>
                  <a:pt x="0" y="1371250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206306" y="1380578"/>
            <a:ext cx="37313" cy="1408563"/>
          </a:xfrm>
          <a:custGeom>
            <a:avLst/>
            <a:gdLst/>
            <a:ahLst/>
            <a:cxnLst/>
            <a:rect l="l" t="t" r="r" b="b"/>
            <a:pathLst>
              <a:path w="37313" h="1408563">
                <a:moveTo>
                  <a:pt x="37313" y="0"/>
                </a:moveTo>
                <a:lnTo>
                  <a:pt x="37313" y="0"/>
                </a:lnTo>
                <a:lnTo>
                  <a:pt x="37313" y="1408563"/>
                </a:lnTo>
                <a:lnTo>
                  <a:pt x="37313" y="1408563"/>
                </a:lnTo>
                <a:cubicBezTo>
                  <a:pt x="16706" y="1408563"/>
                  <a:pt x="0" y="1391858"/>
                  <a:pt x="0" y="1371250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73794" y="1823668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17824" y="1810136"/>
            <a:ext cx="634320" cy="52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20473" y="1741464"/>
            <a:ext cx="4580162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三端协同总架构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20473" y="2151790"/>
            <a:ext cx="4552178" cy="27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展示移动端、管理端、服务端技术栈与关键链路设计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1786" y="2972208"/>
            <a:ext cx="5606268" cy="1128716"/>
          </a:xfrm>
          <a:custGeom>
            <a:avLst/>
            <a:gdLst/>
            <a:ahLst/>
            <a:cxnLst/>
            <a:rect l="l" t="t" r="r" b="b"/>
            <a:pathLst>
              <a:path w="5606268" h="1128716">
                <a:moveTo>
                  <a:pt x="37313" y="0"/>
                </a:moveTo>
                <a:lnTo>
                  <a:pt x="5494333" y="0"/>
                </a:lnTo>
                <a:cubicBezTo>
                  <a:pt x="5556153" y="0"/>
                  <a:pt x="5606268" y="50115"/>
                  <a:pt x="5606268" y="111935"/>
                </a:cubicBezTo>
                <a:lnTo>
                  <a:pt x="5606268" y="1016781"/>
                </a:lnTo>
                <a:cubicBezTo>
                  <a:pt x="5606268" y="1078601"/>
                  <a:pt x="5556153" y="1128716"/>
                  <a:pt x="5494333" y="1128716"/>
                </a:cubicBezTo>
                <a:lnTo>
                  <a:pt x="37313" y="1128716"/>
                </a:lnTo>
                <a:cubicBezTo>
                  <a:pt x="16706" y="1128716"/>
                  <a:pt x="0" y="1112011"/>
                  <a:pt x="0" y="109140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91786" y="2972208"/>
            <a:ext cx="37313" cy="1128716"/>
          </a:xfrm>
          <a:custGeom>
            <a:avLst/>
            <a:gdLst/>
            <a:ahLst/>
            <a:cxnLst/>
            <a:rect l="l" t="t" r="r" b="b"/>
            <a:pathLst>
              <a:path w="37313" h="1128716">
                <a:moveTo>
                  <a:pt x="37313" y="0"/>
                </a:moveTo>
                <a:lnTo>
                  <a:pt x="37313" y="0"/>
                </a:lnTo>
                <a:lnTo>
                  <a:pt x="37313" y="1128716"/>
                </a:lnTo>
                <a:lnTo>
                  <a:pt x="37313" y="1128716"/>
                </a:lnTo>
                <a:cubicBezTo>
                  <a:pt x="16706" y="1128716"/>
                  <a:pt x="0" y="1112011"/>
                  <a:pt x="0" y="109140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4320" y="3261976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1677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8350" y="3261976"/>
            <a:ext cx="634320" cy="52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5953" y="3196786"/>
            <a:ext cx="4580162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三端系统分层架构图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05953" y="3607111"/>
            <a:ext cx="4552178" cy="27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PPT直绘分层视角与横切能力展示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6306" y="2972208"/>
            <a:ext cx="5606268" cy="1128716"/>
          </a:xfrm>
          <a:custGeom>
            <a:avLst/>
            <a:gdLst/>
            <a:ahLst/>
            <a:cxnLst/>
            <a:rect l="l" t="t" r="r" b="b"/>
            <a:pathLst>
              <a:path w="5606268" h="1128716">
                <a:moveTo>
                  <a:pt x="37313" y="0"/>
                </a:moveTo>
                <a:lnTo>
                  <a:pt x="5494333" y="0"/>
                </a:lnTo>
                <a:cubicBezTo>
                  <a:pt x="5556153" y="0"/>
                  <a:pt x="5606268" y="50115"/>
                  <a:pt x="5606268" y="111935"/>
                </a:cubicBezTo>
                <a:lnTo>
                  <a:pt x="5606268" y="1016781"/>
                </a:lnTo>
                <a:cubicBezTo>
                  <a:pt x="5606268" y="1078601"/>
                  <a:pt x="5556153" y="1128716"/>
                  <a:pt x="5494333" y="1128716"/>
                </a:cubicBezTo>
                <a:lnTo>
                  <a:pt x="37313" y="1128716"/>
                </a:lnTo>
                <a:cubicBezTo>
                  <a:pt x="16706" y="1128716"/>
                  <a:pt x="0" y="1112011"/>
                  <a:pt x="0" y="109140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206306" y="2972208"/>
            <a:ext cx="37313" cy="1128716"/>
          </a:xfrm>
          <a:custGeom>
            <a:avLst/>
            <a:gdLst/>
            <a:ahLst/>
            <a:cxnLst/>
            <a:rect l="l" t="t" r="r" b="b"/>
            <a:pathLst>
              <a:path w="37313" h="1128716">
                <a:moveTo>
                  <a:pt x="37313" y="0"/>
                </a:moveTo>
                <a:lnTo>
                  <a:pt x="37313" y="0"/>
                </a:lnTo>
                <a:lnTo>
                  <a:pt x="37313" y="1128716"/>
                </a:lnTo>
                <a:lnTo>
                  <a:pt x="37313" y="1128716"/>
                </a:lnTo>
                <a:cubicBezTo>
                  <a:pt x="16706" y="1128716"/>
                  <a:pt x="0" y="1112011"/>
                  <a:pt x="0" y="109140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73794" y="3261976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17824" y="3261976"/>
            <a:ext cx="634320" cy="52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20473" y="3196786"/>
            <a:ext cx="4580162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移动端架构设计与实现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0473" y="3607111"/>
            <a:ext cx="4552178" cy="27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四层架构、组件抽象与动效体系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1786" y="4291104"/>
            <a:ext cx="5606268" cy="1128716"/>
          </a:xfrm>
          <a:custGeom>
            <a:avLst/>
            <a:gdLst/>
            <a:ahLst/>
            <a:cxnLst/>
            <a:rect l="l" t="t" r="r" b="b"/>
            <a:pathLst>
              <a:path w="5606268" h="1128716">
                <a:moveTo>
                  <a:pt x="37313" y="0"/>
                </a:moveTo>
                <a:lnTo>
                  <a:pt x="5494333" y="0"/>
                </a:lnTo>
                <a:cubicBezTo>
                  <a:pt x="5556153" y="0"/>
                  <a:pt x="5606268" y="50115"/>
                  <a:pt x="5606268" y="111935"/>
                </a:cubicBezTo>
                <a:lnTo>
                  <a:pt x="5606268" y="1016781"/>
                </a:lnTo>
                <a:cubicBezTo>
                  <a:pt x="5606268" y="1078601"/>
                  <a:pt x="5556153" y="1128716"/>
                  <a:pt x="5494333" y="1128716"/>
                </a:cubicBezTo>
                <a:lnTo>
                  <a:pt x="37313" y="1128716"/>
                </a:lnTo>
                <a:cubicBezTo>
                  <a:pt x="16706" y="1128716"/>
                  <a:pt x="0" y="1112011"/>
                  <a:pt x="0" y="109140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91786" y="4291104"/>
            <a:ext cx="37313" cy="1128716"/>
          </a:xfrm>
          <a:custGeom>
            <a:avLst/>
            <a:gdLst/>
            <a:ahLst/>
            <a:cxnLst/>
            <a:rect l="l" t="t" r="r" b="b"/>
            <a:pathLst>
              <a:path w="37313" h="1128716">
                <a:moveTo>
                  <a:pt x="37313" y="0"/>
                </a:moveTo>
                <a:lnTo>
                  <a:pt x="37313" y="0"/>
                </a:lnTo>
                <a:lnTo>
                  <a:pt x="37313" y="1128716"/>
                </a:lnTo>
                <a:lnTo>
                  <a:pt x="37313" y="1128716"/>
                </a:lnTo>
                <a:cubicBezTo>
                  <a:pt x="16706" y="1128716"/>
                  <a:pt x="0" y="1112011"/>
                  <a:pt x="0" y="109140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41782" y="4596137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85812" y="4596137"/>
            <a:ext cx="634320" cy="52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05953" y="4515681"/>
            <a:ext cx="4580162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管理端架构设计与性能优化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05953" y="4926007"/>
            <a:ext cx="4552178" cy="27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三层结构、性能优化与组件复用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06306" y="4291104"/>
            <a:ext cx="5606268" cy="1128716"/>
          </a:xfrm>
          <a:custGeom>
            <a:avLst/>
            <a:gdLst/>
            <a:ahLst/>
            <a:cxnLst/>
            <a:rect l="l" t="t" r="r" b="b"/>
            <a:pathLst>
              <a:path w="5606268" h="1128716">
                <a:moveTo>
                  <a:pt x="37313" y="0"/>
                </a:moveTo>
                <a:lnTo>
                  <a:pt x="5494333" y="0"/>
                </a:lnTo>
                <a:cubicBezTo>
                  <a:pt x="5556153" y="0"/>
                  <a:pt x="5606268" y="50115"/>
                  <a:pt x="5606268" y="111935"/>
                </a:cubicBezTo>
                <a:lnTo>
                  <a:pt x="5606268" y="1016781"/>
                </a:lnTo>
                <a:cubicBezTo>
                  <a:pt x="5606268" y="1078601"/>
                  <a:pt x="5556153" y="1128716"/>
                  <a:pt x="5494333" y="1128716"/>
                </a:cubicBezTo>
                <a:lnTo>
                  <a:pt x="37313" y="1128716"/>
                </a:lnTo>
                <a:cubicBezTo>
                  <a:pt x="16706" y="1128716"/>
                  <a:pt x="0" y="1112011"/>
                  <a:pt x="0" y="109140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206306" y="4291104"/>
            <a:ext cx="37313" cy="1128716"/>
          </a:xfrm>
          <a:custGeom>
            <a:avLst/>
            <a:gdLst/>
            <a:ahLst/>
            <a:cxnLst/>
            <a:rect l="l" t="t" r="r" b="b"/>
            <a:pathLst>
              <a:path w="37313" h="1128716">
                <a:moveTo>
                  <a:pt x="37313" y="0"/>
                </a:moveTo>
                <a:lnTo>
                  <a:pt x="37313" y="0"/>
                </a:lnTo>
                <a:lnTo>
                  <a:pt x="37313" y="1128716"/>
                </a:lnTo>
                <a:lnTo>
                  <a:pt x="37313" y="1128716"/>
                </a:lnTo>
                <a:cubicBezTo>
                  <a:pt x="16706" y="1128716"/>
                  <a:pt x="0" y="1112011"/>
                  <a:pt x="0" y="109140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473794" y="4552993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1677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417824" y="4552993"/>
            <a:ext cx="634320" cy="52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20473" y="4515681"/>
            <a:ext cx="4580162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服务端架构设计与状态机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20473" y="4926007"/>
            <a:ext cx="4552178" cy="27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五层架构、状态机与实时库存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76861" y="5613731"/>
            <a:ext cx="11435713" cy="865660"/>
          </a:xfrm>
          <a:custGeom>
            <a:avLst/>
            <a:gdLst/>
            <a:ahLst/>
            <a:cxnLst/>
            <a:rect l="l" t="t" r="r" b="b"/>
            <a:pathLst>
              <a:path w="5623059" h="865660">
                <a:moveTo>
                  <a:pt x="111938" y="0"/>
                </a:moveTo>
                <a:lnTo>
                  <a:pt x="5511120" y="0"/>
                </a:lnTo>
                <a:cubicBezTo>
                  <a:pt x="5572942" y="0"/>
                  <a:pt x="5623059" y="50117"/>
                  <a:pt x="5623059" y="111938"/>
                </a:cubicBezTo>
                <a:lnTo>
                  <a:pt x="5623059" y="753721"/>
                </a:lnTo>
                <a:cubicBezTo>
                  <a:pt x="5623059" y="815543"/>
                  <a:pt x="5572942" y="865660"/>
                  <a:pt x="5511120" y="865660"/>
                </a:cubicBezTo>
                <a:lnTo>
                  <a:pt x="111938" y="865660"/>
                </a:lnTo>
                <a:cubicBezTo>
                  <a:pt x="50117" y="865660"/>
                  <a:pt x="0" y="815543"/>
                  <a:pt x="0" y="753721"/>
                </a:cubicBezTo>
                <a:lnTo>
                  <a:pt x="0" y="111938"/>
                </a:lnTo>
                <a:cubicBezTo>
                  <a:pt x="0" y="50158"/>
                  <a:pt x="50158" y="0"/>
                  <a:pt x="11193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>
                  <a:alpha val="10000"/>
                </a:srgbClr>
              </a:gs>
              <a:gs pos="100000">
                <a:srgbClr val="39A9FF">
                  <a:alpha val="10000"/>
                </a:srgbClr>
              </a:gs>
            </a:gsLst>
            <a:lin ang="0" scaled="1"/>
          </a:gradFill>
          <a:ln w="10160">
            <a:solidFill>
              <a:srgbClr val="1677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67157" y="5822683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223878" y="0"/>
                </a:moveTo>
                <a:lnTo>
                  <a:pt x="223878" y="0"/>
                </a:lnTo>
                <a:cubicBezTo>
                  <a:pt x="347439" y="0"/>
                  <a:pt x="447755" y="100316"/>
                  <a:pt x="447755" y="223878"/>
                </a:cubicBezTo>
                <a:lnTo>
                  <a:pt x="447755" y="223878"/>
                </a:lnTo>
                <a:cubicBezTo>
                  <a:pt x="447755" y="347439"/>
                  <a:pt x="347439" y="447755"/>
                  <a:pt x="223878" y="447755"/>
                </a:cubicBezTo>
                <a:lnTo>
                  <a:pt x="223878" y="447755"/>
                </a:lnTo>
                <a:cubicBezTo>
                  <a:pt x="100316" y="447755"/>
                  <a:pt x="0" y="347439"/>
                  <a:pt x="0" y="223878"/>
                </a:cubicBezTo>
                <a:lnTo>
                  <a:pt x="0" y="223878"/>
                </a:lnTo>
                <a:cubicBezTo>
                  <a:pt x="0" y="100316"/>
                  <a:pt x="100316" y="0"/>
                  <a:pt x="223878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20515" y="5822683"/>
            <a:ext cx="541037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9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64163" y="5804027"/>
            <a:ext cx="2182806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 err="1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64162" y="6065218"/>
            <a:ext cx="3506691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75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自动化测试、先进编程工具、分工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847" y="328847"/>
            <a:ext cx="65769" cy="328847"/>
          </a:xfrm>
          <a:custGeom>
            <a:avLst/>
            <a:gdLst/>
            <a:ahLst/>
            <a:cxnLst/>
            <a:rect l="l" t="t" r="r" b="b"/>
            <a:pathLst>
              <a:path w="65769" h="328847">
                <a:moveTo>
                  <a:pt x="32885" y="0"/>
                </a:moveTo>
                <a:lnTo>
                  <a:pt x="32885" y="0"/>
                </a:lnTo>
                <a:cubicBezTo>
                  <a:pt x="51034" y="0"/>
                  <a:pt x="65769" y="14735"/>
                  <a:pt x="65769" y="32885"/>
                </a:cubicBezTo>
                <a:lnTo>
                  <a:pt x="65769" y="295962"/>
                </a:lnTo>
                <a:cubicBezTo>
                  <a:pt x="65769" y="314124"/>
                  <a:pt x="51046" y="328847"/>
                  <a:pt x="32885" y="328847"/>
                </a:cubicBezTo>
                <a:lnTo>
                  <a:pt x="32885" y="328847"/>
                </a:lnTo>
                <a:cubicBezTo>
                  <a:pt x="14723" y="328847"/>
                  <a:pt x="0" y="314124"/>
                  <a:pt x="0" y="29596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93270" y="328847"/>
            <a:ext cx="2811641" cy="32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项目目标与技术挑战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3270" y="723463"/>
            <a:ext cx="11443873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PROJECT GOALS &amp; TECHNICAL CHALLENGES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8847" y="1085195"/>
            <a:ext cx="6856459" cy="1422263"/>
          </a:xfrm>
          <a:custGeom>
            <a:avLst/>
            <a:gdLst/>
            <a:ahLst/>
            <a:cxnLst/>
            <a:rect l="l" t="t" r="r" b="b"/>
            <a:pathLst>
              <a:path w="6856459" h="1422263">
                <a:moveTo>
                  <a:pt x="98648" y="0"/>
                </a:moveTo>
                <a:lnTo>
                  <a:pt x="6757810" y="0"/>
                </a:lnTo>
                <a:cubicBezTo>
                  <a:pt x="6812292" y="0"/>
                  <a:pt x="6856459" y="44166"/>
                  <a:pt x="6856459" y="98648"/>
                </a:cubicBezTo>
                <a:lnTo>
                  <a:pt x="6856459" y="1323615"/>
                </a:lnTo>
                <a:cubicBezTo>
                  <a:pt x="6856459" y="1378097"/>
                  <a:pt x="6812292" y="1422263"/>
                  <a:pt x="6757810" y="1422263"/>
                </a:cubicBezTo>
                <a:lnTo>
                  <a:pt x="98648" y="1422263"/>
                </a:lnTo>
                <a:cubicBezTo>
                  <a:pt x="44166" y="1422263"/>
                  <a:pt x="0" y="1378097"/>
                  <a:pt x="0" y="1323615"/>
                </a:cubicBezTo>
                <a:lnTo>
                  <a:pt x="0" y="98648"/>
                </a:lnTo>
                <a:cubicBezTo>
                  <a:pt x="0" y="44203"/>
                  <a:pt x="44203" y="0"/>
                  <a:pt x="9864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  <a:effectLst>
            <a:outerShdw blurRad="123318" dist="8221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17934" y="1282401"/>
            <a:ext cx="197308" cy="197308"/>
          </a:xfrm>
          <a:custGeom>
            <a:avLst/>
            <a:gdLst/>
            <a:ahLst/>
            <a:cxnLst/>
            <a:rect l="l" t="t" r="r" b="b"/>
            <a:pathLst>
              <a:path w="197308" h="197308">
                <a:moveTo>
                  <a:pt x="172645" y="98654"/>
                </a:moveTo>
                <a:cubicBezTo>
                  <a:pt x="172645" y="57818"/>
                  <a:pt x="139491" y="24664"/>
                  <a:pt x="98654" y="24664"/>
                </a:cubicBezTo>
                <a:cubicBezTo>
                  <a:pt x="57818" y="24664"/>
                  <a:pt x="24664" y="57818"/>
                  <a:pt x="24664" y="98654"/>
                </a:cubicBezTo>
                <a:cubicBezTo>
                  <a:pt x="24664" y="139491"/>
                  <a:pt x="57818" y="172645"/>
                  <a:pt x="98654" y="172645"/>
                </a:cubicBezTo>
                <a:cubicBezTo>
                  <a:pt x="139491" y="172645"/>
                  <a:pt x="172645" y="139491"/>
                  <a:pt x="172645" y="98654"/>
                </a:cubicBezTo>
                <a:close/>
                <a:moveTo>
                  <a:pt x="0" y="98654"/>
                </a:moveTo>
                <a:cubicBezTo>
                  <a:pt x="0" y="44205"/>
                  <a:pt x="44205" y="0"/>
                  <a:pt x="98654" y="0"/>
                </a:cubicBezTo>
                <a:cubicBezTo>
                  <a:pt x="153103" y="0"/>
                  <a:pt x="197308" y="44205"/>
                  <a:pt x="197308" y="98654"/>
                </a:cubicBezTo>
                <a:cubicBezTo>
                  <a:pt x="197308" y="153103"/>
                  <a:pt x="153103" y="197308"/>
                  <a:pt x="98654" y="197308"/>
                </a:cubicBezTo>
                <a:cubicBezTo>
                  <a:pt x="44205" y="197308"/>
                  <a:pt x="0" y="153103"/>
                  <a:pt x="0" y="98654"/>
                </a:cubicBezTo>
                <a:close/>
                <a:moveTo>
                  <a:pt x="98654" y="129483"/>
                </a:moveTo>
                <a:cubicBezTo>
                  <a:pt x="115669" y="129483"/>
                  <a:pt x="129483" y="115669"/>
                  <a:pt x="129483" y="98654"/>
                </a:cubicBezTo>
                <a:cubicBezTo>
                  <a:pt x="129483" y="81639"/>
                  <a:pt x="115669" y="67825"/>
                  <a:pt x="98654" y="67825"/>
                </a:cubicBezTo>
                <a:cubicBezTo>
                  <a:pt x="81639" y="67825"/>
                  <a:pt x="67825" y="81639"/>
                  <a:pt x="67825" y="98654"/>
                </a:cubicBezTo>
                <a:cubicBezTo>
                  <a:pt x="67825" y="115669"/>
                  <a:pt x="81639" y="129483"/>
                  <a:pt x="98654" y="129483"/>
                </a:cubicBezTo>
                <a:close/>
                <a:moveTo>
                  <a:pt x="98654" y="43161"/>
                </a:moveTo>
                <a:cubicBezTo>
                  <a:pt x="129281" y="43161"/>
                  <a:pt x="154147" y="68027"/>
                  <a:pt x="154147" y="98654"/>
                </a:cubicBezTo>
                <a:cubicBezTo>
                  <a:pt x="154147" y="129281"/>
                  <a:pt x="129281" y="154147"/>
                  <a:pt x="98654" y="154147"/>
                </a:cubicBezTo>
                <a:cubicBezTo>
                  <a:pt x="68027" y="154147"/>
                  <a:pt x="43161" y="129281"/>
                  <a:pt x="43161" y="98654"/>
                </a:cubicBezTo>
                <a:cubicBezTo>
                  <a:pt x="43161" y="68027"/>
                  <a:pt x="68027" y="43161"/>
                  <a:pt x="98654" y="43161"/>
                </a:cubicBezTo>
                <a:close/>
                <a:moveTo>
                  <a:pt x="86322" y="98654"/>
                </a:moveTo>
                <a:cubicBezTo>
                  <a:pt x="86322" y="91848"/>
                  <a:pt x="91848" y="86322"/>
                  <a:pt x="98654" y="86322"/>
                </a:cubicBezTo>
                <a:cubicBezTo>
                  <a:pt x="105460" y="86322"/>
                  <a:pt x="110986" y="91848"/>
                  <a:pt x="110986" y="98654"/>
                </a:cubicBezTo>
                <a:cubicBezTo>
                  <a:pt x="110986" y="105460"/>
                  <a:pt x="105460" y="110986"/>
                  <a:pt x="98654" y="110986"/>
                </a:cubicBezTo>
                <a:cubicBezTo>
                  <a:pt x="91848" y="110986"/>
                  <a:pt x="86322" y="105460"/>
                  <a:pt x="86322" y="9865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38560" y="1249618"/>
            <a:ext cx="887887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270" y="1644132"/>
            <a:ext cx="1257840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打通完整业务闭环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270" y="1950371"/>
            <a:ext cx="6527612" cy="394616"/>
          </a:xfrm>
          <a:custGeom>
            <a:avLst/>
            <a:gdLst/>
            <a:ahLst/>
            <a:cxnLst/>
            <a:rect l="l" t="t" r="r" b="b"/>
            <a:pathLst>
              <a:path w="6527612" h="394616">
                <a:moveTo>
                  <a:pt x="65771" y="0"/>
                </a:moveTo>
                <a:lnTo>
                  <a:pt x="6461841" y="0"/>
                </a:lnTo>
                <a:cubicBezTo>
                  <a:pt x="6498165" y="0"/>
                  <a:pt x="6527612" y="29447"/>
                  <a:pt x="6527612" y="65771"/>
                </a:cubicBezTo>
                <a:lnTo>
                  <a:pt x="6527612" y="328846"/>
                </a:lnTo>
                <a:cubicBezTo>
                  <a:pt x="6527612" y="365170"/>
                  <a:pt x="6498165" y="394616"/>
                  <a:pt x="6461841" y="394616"/>
                </a:cubicBezTo>
                <a:lnTo>
                  <a:pt x="65771" y="394616"/>
                </a:lnTo>
                <a:cubicBezTo>
                  <a:pt x="29447" y="394616"/>
                  <a:pt x="0" y="365170"/>
                  <a:pt x="0" y="328846"/>
                </a:cubicBezTo>
                <a:lnTo>
                  <a:pt x="0" y="65771"/>
                </a:lnTo>
                <a:cubicBezTo>
                  <a:pt x="0" y="29447"/>
                  <a:pt x="29447" y="0"/>
                  <a:pt x="6577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1924" y="2049025"/>
            <a:ext cx="32884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4108" y="2081910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129124" y="71576"/>
                </a:moveTo>
                <a:cubicBezTo>
                  <a:pt x="132335" y="68364"/>
                  <a:pt x="132335" y="63149"/>
                  <a:pt x="129124" y="59937"/>
                </a:cubicBezTo>
                <a:lnTo>
                  <a:pt x="88018" y="18832"/>
                </a:lnTo>
                <a:cubicBezTo>
                  <a:pt x="84807" y="15620"/>
                  <a:pt x="79591" y="15620"/>
                  <a:pt x="76380" y="18832"/>
                </a:cubicBezTo>
                <a:cubicBezTo>
                  <a:pt x="73168" y="22043"/>
                  <a:pt x="73168" y="27258"/>
                  <a:pt x="76380" y="30470"/>
                </a:cubicBezTo>
                <a:lnTo>
                  <a:pt x="103458" y="57548"/>
                </a:lnTo>
                <a:lnTo>
                  <a:pt x="8221" y="57548"/>
                </a:lnTo>
                <a:cubicBezTo>
                  <a:pt x="3674" y="57548"/>
                  <a:pt x="0" y="61222"/>
                  <a:pt x="0" y="65769"/>
                </a:cubicBezTo>
                <a:cubicBezTo>
                  <a:pt x="0" y="70317"/>
                  <a:pt x="3674" y="73991"/>
                  <a:pt x="8221" y="73991"/>
                </a:cubicBezTo>
                <a:lnTo>
                  <a:pt x="103458" y="73991"/>
                </a:lnTo>
                <a:lnTo>
                  <a:pt x="76380" y="101069"/>
                </a:lnTo>
                <a:cubicBezTo>
                  <a:pt x="73168" y="104280"/>
                  <a:pt x="73168" y="109496"/>
                  <a:pt x="76380" y="112707"/>
                </a:cubicBezTo>
                <a:cubicBezTo>
                  <a:pt x="79591" y="115919"/>
                  <a:pt x="84807" y="115919"/>
                  <a:pt x="88018" y="112707"/>
                </a:cubicBezTo>
                <a:lnTo>
                  <a:pt x="129124" y="71601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804650" y="2049025"/>
            <a:ext cx="32884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76834" y="2081910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129124" y="71576"/>
                </a:moveTo>
                <a:cubicBezTo>
                  <a:pt x="132335" y="68364"/>
                  <a:pt x="132335" y="63149"/>
                  <a:pt x="129124" y="59937"/>
                </a:cubicBezTo>
                <a:lnTo>
                  <a:pt x="88018" y="18832"/>
                </a:lnTo>
                <a:cubicBezTo>
                  <a:pt x="84807" y="15620"/>
                  <a:pt x="79591" y="15620"/>
                  <a:pt x="76380" y="18832"/>
                </a:cubicBezTo>
                <a:cubicBezTo>
                  <a:pt x="73168" y="22043"/>
                  <a:pt x="73168" y="27258"/>
                  <a:pt x="76380" y="30470"/>
                </a:cubicBezTo>
                <a:lnTo>
                  <a:pt x="103458" y="57548"/>
                </a:lnTo>
                <a:lnTo>
                  <a:pt x="8221" y="57548"/>
                </a:lnTo>
                <a:cubicBezTo>
                  <a:pt x="3674" y="57548"/>
                  <a:pt x="0" y="61222"/>
                  <a:pt x="0" y="65769"/>
                </a:cubicBezTo>
                <a:cubicBezTo>
                  <a:pt x="0" y="70317"/>
                  <a:pt x="3674" y="73991"/>
                  <a:pt x="8221" y="73991"/>
                </a:cubicBezTo>
                <a:lnTo>
                  <a:pt x="103458" y="73991"/>
                </a:lnTo>
                <a:lnTo>
                  <a:pt x="76380" y="101069"/>
                </a:lnTo>
                <a:cubicBezTo>
                  <a:pt x="73168" y="104280"/>
                  <a:pt x="73168" y="109496"/>
                  <a:pt x="76380" y="112707"/>
                </a:cubicBezTo>
                <a:cubicBezTo>
                  <a:pt x="79591" y="115919"/>
                  <a:pt x="84807" y="115919"/>
                  <a:pt x="88018" y="112707"/>
                </a:cubicBezTo>
                <a:lnTo>
                  <a:pt x="129124" y="71601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017479" y="2049025"/>
            <a:ext cx="32884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89663" y="2081910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129124" y="71576"/>
                </a:moveTo>
                <a:cubicBezTo>
                  <a:pt x="132335" y="68364"/>
                  <a:pt x="132335" y="63149"/>
                  <a:pt x="129124" y="59937"/>
                </a:cubicBezTo>
                <a:lnTo>
                  <a:pt x="88018" y="18832"/>
                </a:lnTo>
                <a:cubicBezTo>
                  <a:pt x="84807" y="15620"/>
                  <a:pt x="79591" y="15620"/>
                  <a:pt x="76380" y="18832"/>
                </a:cubicBezTo>
                <a:cubicBezTo>
                  <a:pt x="73168" y="22043"/>
                  <a:pt x="73168" y="27258"/>
                  <a:pt x="76380" y="30470"/>
                </a:cubicBezTo>
                <a:lnTo>
                  <a:pt x="103458" y="57548"/>
                </a:lnTo>
                <a:lnTo>
                  <a:pt x="8221" y="57548"/>
                </a:lnTo>
                <a:cubicBezTo>
                  <a:pt x="3674" y="57548"/>
                  <a:pt x="0" y="61222"/>
                  <a:pt x="0" y="65769"/>
                </a:cubicBezTo>
                <a:cubicBezTo>
                  <a:pt x="0" y="70317"/>
                  <a:pt x="3674" y="73991"/>
                  <a:pt x="8221" y="73991"/>
                </a:cubicBezTo>
                <a:lnTo>
                  <a:pt x="103458" y="73991"/>
                </a:lnTo>
                <a:lnTo>
                  <a:pt x="76380" y="101069"/>
                </a:lnTo>
                <a:cubicBezTo>
                  <a:pt x="73168" y="104280"/>
                  <a:pt x="73168" y="109496"/>
                  <a:pt x="76380" y="112707"/>
                </a:cubicBezTo>
                <a:cubicBezTo>
                  <a:pt x="79591" y="115919"/>
                  <a:pt x="84807" y="115919"/>
                  <a:pt x="88018" y="112707"/>
                </a:cubicBezTo>
                <a:lnTo>
                  <a:pt x="129124" y="71601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30205" y="2049025"/>
            <a:ext cx="32884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预订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02388" y="2081910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129124" y="71576"/>
                </a:moveTo>
                <a:cubicBezTo>
                  <a:pt x="132335" y="68364"/>
                  <a:pt x="132335" y="63149"/>
                  <a:pt x="129124" y="59937"/>
                </a:cubicBezTo>
                <a:lnTo>
                  <a:pt x="88018" y="18832"/>
                </a:lnTo>
                <a:cubicBezTo>
                  <a:pt x="84807" y="15620"/>
                  <a:pt x="79591" y="15620"/>
                  <a:pt x="76380" y="18832"/>
                </a:cubicBezTo>
                <a:cubicBezTo>
                  <a:pt x="73168" y="22043"/>
                  <a:pt x="73168" y="27258"/>
                  <a:pt x="76380" y="30470"/>
                </a:cubicBezTo>
                <a:lnTo>
                  <a:pt x="103458" y="57548"/>
                </a:lnTo>
                <a:lnTo>
                  <a:pt x="8221" y="57548"/>
                </a:lnTo>
                <a:cubicBezTo>
                  <a:pt x="3674" y="57548"/>
                  <a:pt x="0" y="61222"/>
                  <a:pt x="0" y="65769"/>
                </a:cubicBezTo>
                <a:cubicBezTo>
                  <a:pt x="0" y="70317"/>
                  <a:pt x="3674" y="73991"/>
                  <a:pt x="8221" y="73991"/>
                </a:cubicBezTo>
                <a:lnTo>
                  <a:pt x="103458" y="73991"/>
                </a:lnTo>
                <a:lnTo>
                  <a:pt x="76380" y="101069"/>
                </a:lnTo>
                <a:cubicBezTo>
                  <a:pt x="73168" y="104280"/>
                  <a:pt x="73168" y="109496"/>
                  <a:pt x="76380" y="112707"/>
                </a:cubicBezTo>
                <a:cubicBezTo>
                  <a:pt x="79591" y="115919"/>
                  <a:pt x="84807" y="115919"/>
                  <a:pt x="88018" y="112707"/>
                </a:cubicBezTo>
                <a:lnTo>
                  <a:pt x="129124" y="71601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43033" y="2049025"/>
            <a:ext cx="32884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15114" y="2081910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129124" y="71576"/>
                </a:moveTo>
                <a:cubicBezTo>
                  <a:pt x="132335" y="68364"/>
                  <a:pt x="132335" y="63149"/>
                  <a:pt x="129124" y="59937"/>
                </a:cubicBezTo>
                <a:lnTo>
                  <a:pt x="88018" y="18832"/>
                </a:lnTo>
                <a:cubicBezTo>
                  <a:pt x="84807" y="15620"/>
                  <a:pt x="79591" y="15620"/>
                  <a:pt x="76380" y="18832"/>
                </a:cubicBezTo>
                <a:cubicBezTo>
                  <a:pt x="73168" y="22043"/>
                  <a:pt x="73168" y="27258"/>
                  <a:pt x="76380" y="30470"/>
                </a:cubicBezTo>
                <a:lnTo>
                  <a:pt x="103458" y="57548"/>
                </a:lnTo>
                <a:lnTo>
                  <a:pt x="8221" y="57548"/>
                </a:lnTo>
                <a:cubicBezTo>
                  <a:pt x="3674" y="57548"/>
                  <a:pt x="0" y="61222"/>
                  <a:pt x="0" y="65769"/>
                </a:cubicBezTo>
                <a:cubicBezTo>
                  <a:pt x="0" y="70317"/>
                  <a:pt x="3674" y="73991"/>
                  <a:pt x="8221" y="73991"/>
                </a:cubicBezTo>
                <a:lnTo>
                  <a:pt x="103458" y="73991"/>
                </a:lnTo>
                <a:lnTo>
                  <a:pt x="76380" y="101069"/>
                </a:lnTo>
                <a:cubicBezTo>
                  <a:pt x="73168" y="104280"/>
                  <a:pt x="73168" y="109496"/>
                  <a:pt x="76380" y="112707"/>
                </a:cubicBezTo>
                <a:cubicBezTo>
                  <a:pt x="79591" y="115919"/>
                  <a:pt x="84807" y="115919"/>
                  <a:pt x="88018" y="112707"/>
                </a:cubicBezTo>
                <a:lnTo>
                  <a:pt x="129124" y="71601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55759" y="2049025"/>
            <a:ext cx="32884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2135" y="2644238"/>
            <a:ext cx="6846593" cy="3878750"/>
          </a:xfrm>
          <a:custGeom>
            <a:avLst/>
            <a:gdLst/>
            <a:ahLst/>
            <a:cxnLst/>
            <a:rect l="l" t="t" r="r" b="b"/>
            <a:pathLst>
              <a:path w="6846593" h="3878750">
                <a:moveTo>
                  <a:pt x="98637" y="0"/>
                </a:moveTo>
                <a:lnTo>
                  <a:pt x="6747957" y="0"/>
                </a:lnTo>
                <a:cubicBezTo>
                  <a:pt x="6802432" y="0"/>
                  <a:pt x="6846593" y="44161"/>
                  <a:pt x="6846593" y="98637"/>
                </a:cubicBezTo>
                <a:lnTo>
                  <a:pt x="6846593" y="3780113"/>
                </a:lnTo>
                <a:cubicBezTo>
                  <a:pt x="6846593" y="3834588"/>
                  <a:pt x="6802432" y="3878750"/>
                  <a:pt x="6747957" y="3878750"/>
                </a:cubicBezTo>
                <a:lnTo>
                  <a:pt x="98637" y="3878750"/>
                </a:lnTo>
                <a:cubicBezTo>
                  <a:pt x="44161" y="3878750"/>
                  <a:pt x="0" y="3834588"/>
                  <a:pt x="0" y="3780113"/>
                </a:cubicBezTo>
                <a:lnTo>
                  <a:pt x="0" y="98637"/>
                </a:lnTo>
                <a:cubicBezTo>
                  <a:pt x="0" y="44161"/>
                  <a:pt x="44161" y="0"/>
                  <a:pt x="986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49327" dist="328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24511" y="2844732"/>
            <a:ext cx="197308" cy="197308"/>
          </a:xfrm>
          <a:custGeom>
            <a:avLst/>
            <a:gdLst/>
            <a:ahLst/>
            <a:cxnLst/>
            <a:rect l="l" t="t" r="r" b="b"/>
            <a:pathLst>
              <a:path w="197308" h="197308">
                <a:moveTo>
                  <a:pt x="98654" y="0"/>
                </a:moveTo>
                <a:cubicBezTo>
                  <a:pt x="104319" y="0"/>
                  <a:pt x="109521" y="3121"/>
                  <a:pt x="112219" y="8093"/>
                </a:cubicBezTo>
                <a:lnTo>
                  <a:pt x="195458" y="162240"/>
                </a:lnTo>
                <a:cubicBezTo>
                  <a:pt x="198040" y="167018"/>
                  <a:pt x="197925" y="172799"/>
                  <a:pt x="195150" y="177462"/>
                </a:cubicBezTo>
                <a:cubicBezTo>
                  <a:pt x="192375" y="182125"/>
                  <a:pt x="187327" y="184976"/>
                  <a:pt x="181893" y="184976"/>
                </a:cubicBezTo>
                <a:lnTo>
                  <a:pt x="15415" y="184976"/>
                </a:lnTo>
                <a:cubicBezTo>
                  <a:pt x="9981" y="184976"/>
                  <a:pt x="4971" y="182125"/>
                  <a:pt x="2158" y="177462"/>
                </a:cubicBezTo>
                <a:cubicBezTo>
                  <a:pt x="-655" y="172799"/>
                  <a:pt x="-732" y="167018"/>
                  <a:pt x="1850" y="162240"/>
                </a:cubicBezTo>
                <a:lnTo>
                  <a:pt x="85089" y="8093"/>
                </a:lnTo>
                <a:cubicBezTo>
                  <a:pt x="87787" y="3121"/>
                  <a:pt x="92989" y="0"/>
                  <a:pt x="98654" y="0"/>
                </a:cubicBezTo>
                <a:close/>
                <a:moveTo>
                  <a:pt x="98654" y="64742"/>
                </a:moveTo>
                <a:cubicBezTo>
                  <a:pt x="93529" y="64742"/>
                  <a:pt x="89405" y="68865"/>
                  <a:pt x="89405" y="73991"/>
                </a:cubicBezTo>
                <a:lnTo>
                  <a:pt x="89405" y="117152"/>
                </a:lnTo>
                <a:cubicBezTo>
                  <a:pt x="89405" y="122277"/>
                  <a:pt x="93529" y="126401"/>
                  <a:pt x="98654" y="126401"/>
                </a:cubicBezTo>
                <a:cubicBezTo>
                  <a:pt x="103779" y="126401"/>
                  <a:pt x="107903" y="122277"/>
                  <a:pt x="107903" y="117152"/>
                </a:cubicBezTo>
                <a:lnTo>
                  <a:pt x="107903" y="73991"/>
                </a:lnTo>
                <a:cubicBezTo>
                  <a:pt x="107903" y="68865"/>
                  <a:pt x="103779" y="64742"/>
                  <a:pt x="98654" y="64742"/>
                </a:cubicBezTo>
                <a:close/>
                <a:moveTo>
                  <a:pt x="108943" y="147981"/>
                </a:moveTo>
                <a:cubicBezTo>
                  <a:pt x="109177" y="144162"/>
                  <a:pt x="107273" y="140528"/>
                  <a:pt x="103999" y="138548"/>
                </a:cubicBezTo>
                <a:cubicBezTo>
                  <a:pt x="100725" y="136567"/>
                  <a:pt x="96622" y="136567"/>
                  <a:pt x="93348" y="138548"/>
                </a:cubicBezTo>
                <a:cubicBezTo>
                  <a:pt x="90074" y="140528"/>
                  <a:pt x="88169" y="144162"/>
                  <a:pt x="88403" y="147981"/>
                </a:cubicBezTo>
                <a:cubicBezTo>
                  <a:pt x="88169" y="151800"/>
                  <a:pt x="90074" y="155434"/>
                  <a:pt x="93348" y="157415"/>
                </a:cubicBezTo>
                <a:cubicBezTo>
                  <a:pt x="96622" y="159395"/>
                  <a:pt x="100725" y="159395"/>
                  <a:pt x="103999" y="157415"/>
                </a:cubicBezTo>
                <a:cubicBezTo>
                  <a:pt x="107273" y="155434"/>
                  <a:pt x="109177" y="151800"/>
                  <a:pt x="108943" y="147981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45137" y="2811949"/>
            <a:ext cx="1282503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四大技术挑战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9847" y="3173579"/>
            <a:ext cx="6511169" cy="526155"/>
          </a:xfrm>
          <a:custGeom>
            <a:avLst/>
            <a:gdLst/>
            <a:ahLst/>
            <a:cxnLst/>
            <a:rect l="l" t="t" r="r" b="b"/>
            <a:pathLst>
              <a:path w="6511169" h="526155">
                <a:moveTo>
                  <a:pt x="65769" y="0"/>
                </a:moveTo>
                <a:lnTo>
                  <a:pt x="6445400" y="0"/>
                </a:lnTo>
                <a:cubicBezTo>
                  <a:pt x="6481723" y="0"/>
                  <a:pt x="6511169" y="29446"/>
                  <a:pt x="6511169" y="65769"/>
                </a:cubicBezTo>
                <a:lnTo>
                  <a:pt x="6511169" y="460386"/>
                </a:lnTo>
                <a:cubicBezTo>
                  <a:pt x="6511169" y="496709"/>
                  <a:pt x="6481723" y="526155"/>
                  <a:pt x="6445400" y="526155"/>
                </a:cubicBezTo>
                <a:lnTo>
                  <a:pt x="65769" y="526155"/>
                </a:lnTo>
                <a:cubicBezTo>
                  <a:pt x="29446" y="526155"/>
                  <a:pt x="0" y="496709"/>
                  <a:pt x="0" y="460386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65617" y="3239348"/>
            <a:ext cx="263078" cy="263078"/>
          </a:xfrm>
          <a:custGeom>
            <a:avLst/>
            <a:gdLst/>
            <a:ahLst/>
            <a:cxnLst/>
            <a:rect l="l" t="t" r="r" b="b"/>
            <a:pathLst>
              <a:path w="263078" h="263078">
                <a:moveTo>
                  <a:pt x="65769" y="0"/>
                </a:moveTo>
                <a:lnTo>
                  <a:pt x="197308" y="0"/>
                </a:lnTo>
                <a:cubicBezTo>
                  <a:pt x="233632" y="0"/>
                  <a:pt x="263078" y="29446"/>
                  <a:pt x="263078" y="65769"/>
                </a:cubicBezTo>
                <a:lnTo>
                  <a:pt x="263078" y="197308"/>
                </a:lnTo>
                <a:cubicBezTo>
                  <a:pt x="263078" y="233632"/>
                  <a:pt x="233632" y="263078"/>
                  <a:pt x="197308" y="263078"/>
                </a:cubicBezTo>
                <a:lnTo>
                  <a:pt x="65769" y="263078"/>
                </a:lnTo>
                <a:cubicBezTo>
                  <a:pt x="29446" y="263078"/>
                  <a:pt x="0" y="233632"/>
                  <a:pt x="0" y="19730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32732" y="3239348"/>
            <a:ext cx="328847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7348" y="3239348"/>
            <a:ext cx="2959622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客户端流畅性与易用性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348" y="3453099"/>
            <a:ext cx="2959622" cy="18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长列表滚动性能、交互动效一致性、用户体验优化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9847" y="4057972"/>
            <a:ext cx="6511169" cy="526155"/>
          </a:xfrm>
          <a:custGeom>
            <a:avLst/>
            <a:gdLst/>
            <a:ahLst/>
            <a:cxnLst/>
            <a:rect l="l" t="t" r="r" b="b"/>
            <a:pathLst>
              <a:path w="6511169" h="526155">
                <a:moveTo>
                  <a:pt x="65769" y="0"/>
                </a:moveTo>
                <a:lnTo>
                  <a:pt x="6445400" y="0"/>
                </a:lnTo>
                <a:cubicBezTo>
                  <a:pt x="6481723" y="0"/>
                  <a:pt x="6511169" y="29446"/>
                  <a:pt x="6511169" y="65769"/>
                </a:cubicBezTo>
                <a:lnTo>
                  <a:pt x="6511169" y="460386"/>
                </a:lnTo>
                <a:cubicBezTo>
                  <a:pt x="6511169" y="496709"/>
                  <a:pt x="6481723" y="526155"/>
                  <a:pt x="6445400" y="526155"/>
                </a:cubicBezTo>
                <a:lnTo>
                  <a:pt x="65769" y="526155"/>
                </a:lnTo>
                <a:cubicBezTo>
                  <a:pt x="29446" y="526155"/>
                  <a:pt x="0" y="496709"/>
                  <a:pt x="0" y="460386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65617" y="4123741"/>
            <a:ext cx="263078" cy="263078"/>
          </a:xfrm>
          <a:custGeom>
            <a:avLst/>
            <a:gdLst/>
            <a:ahLst/>
            <a:cxnLst/>
            <a:rect l="l" t="t" r="r" b="b"/>
            <a:pathLst>
              <a:path w="263078" h="263078">
                <a:moveTo>
                  <a:pt x="65769" y="0"/>
                </a:moveTo>
                <a:lnTo>
                  <a:pt x="197308" y="0"/>
                </a:lnTo>
                <a:cubicBezTo>
                  <a:pt x="233632" y="0"/>
                  <a:pt x="263078" y="29446"/>
                  <a:pt x="263078" y="65769"/>
                </a:cubicBezTo>
                <a:lnTo>
                  <a:pt x="263078" y="197308"/>
                </a:lnTo>
                <a:cubicBezTo>
                  <a:pt x="263078" y="233632"/>
                  <a:pt x="233632" y="263078"/>
                  <a:pt x="197308" y="263078"/>
                </a:cubicBezTo>
                <a:lnTo>
                  <a:pt x="65769" y="263078"/>
                </a:lnTo>
                <a:cubicBezTo>
                  <a:pt x="29446" y="263078"/>
                  <a:pt x="0" y="233632"/>
                  <a:pt x="0" y="19730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2732" y="4123741"/>
            <a:ext cx="328847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7348" y="4123741"/>
            <a:ext cx="3222700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管理端长列表与重组件性能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7348" y="4337492"/>
            <a:ext cx="3222700" cy="18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大数据量表格渲染、复杂组件加载策略、首屏性能优化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9847" y="4942262"/>
            <a:ext cx="6511169" cy="526155"/>
          </a:xfrm>
          <a:custGeom>
            <a:avLst/>
            <a:gdLst/>
            <a:ahLst/>
            <a:cxnLst/>
            <a:rect l="l" t="t" r="r" b="b"/>
            <a:pathLst>
              <a:path w="6511169" h="526155">
                <a:moveTo>
                  <a:pt x="65769" y="0"/>
                </a:moveTo>
                <a:lnTo>
                  <a:pt x="6445400" y="0"/>
                </a:lnTo>
                <a:cubicBezTo>
                  <a:pt x="6481723" y="0"/>
                  <a:pt x="6511169" y="29446"/>
                  <a:pt x="6511169" y="65769"/>
                </a:cubicBezTo>
                <a:lnTo>
                  <a:pt x="6511169" y="460386"/>
                </a:lnTo>
                <a:cubicBezTo>
                  <a:pt x="6511169" y="496709"/>
                  <a:pt x="6481723" y="526155"/>
                  <a:pt x="6445400" y="526155"/>
                </a:cubicBezTo>
                <a:lnTo>
                  <a:pt x="65769" y="526155"/>
                </a:lnTo>
                <a:cubicBezTo>
                  <a:pt x="29446" y="526155"/>
                  <a:pt x="0" y="496709"/>
                  <a:pt x="0" y="460386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565617" y="5008031"/>
            <a:ext cx="263078" cy="263078"/>
          </a:xfrm>
          <a:custGeom>
            <a:avLst/>
            <a:gdLst/>
            <a:ahLst/>
            <a:cxnLst/>
            <a:rect l="l" t="t" r="r" b="b"/>
            <a:pathLst>
              <a:path w="263078" h="263078">
                <a:moveTo>
                  <a:pt x="65769" y="0"/>
                </a:moveTo>
                <a:lnTo>
                  <a:pt x="197308" y="0"/>
                </a:lnTo>
                <a:cubicBezTo>
                  <a:pt x="233632" y="0"/>
                  <a:pt x="263078" y="29446"/>
                  <a:pt x="263078" y="65769"/>
                </a:cubicBezTo>
                <a:lnTo>
                  <a:pt x="263078" y="197308"/>
                </a:lnTo>
                <a:cubicBezTo>
                  <a:pt x="263078" y="233632"/>
                  <a:pt x="233632" y="263078"/>
                  <a:pt x="197308" y="263078"/>
                </a:cubicBezTo>
                <a:lnTo>
                  <a:pt x="65769" y="263078"/>
                </a:lnTo>
                <a:cubicBezTo>
                  <a:pt x="29446" y="263078"/>
                  <a:pt x="0" y="233632"/>
                  <a:pt x="0" y="19730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32732" y="5008031"/>
            <a:ext cx="328847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7348" y="5008031"/>
            <a:ext cx="2696545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页面/组件重复实现导致维护成本高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7348" y="5221782"/>
            <a:ext cx="2696545" cy="18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多端相似功能重复开发、代码冗余、维护困难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9847" y="5826654"/>
            <a:ext cx="6511169" cy="526155"/>
          </a:xfrm>
          <a:custGeom>
            <a:avLst/>
            <a:gdLst/>
            <a:ahLst/>
            <a:cxnLst/>
            <a:rect l="l" t="t" r="r" b="b"/>
            <a:pathLst>
              <a:path w="6511169" h="526155">
                <a:moveTo>
                  <a:pt x="65769" y="0"/>
                </a:moveTo>
                <a:lnTo>
                  <a:pt x="6445400" y="0"/>
                </a:lnTo>
                <a:cubicBezTo>
                  <a:pt x="6481723" y="0"/>
                  <a:pt x="6511169" y="29446"/>
                  <a:pt x="6511169" y="65769"/>
                </a:cubicBezTo>
                <a:lnTo>
                  <a:pt x="6511169" y="460386"/>
                </a:lnTo>
                <a:cubicBezTo>
                  <a:pt x="6511169" y="496709"/>
                  <a:pt x="6481723" y="526155"/>
                  <a:pt x="6445400" y="526155"/>
                </a:cubicBezTo>
                <a:lnTo>
                  <a:pt x="65769" y="526155"/>
                </a:lnTo>
                <a:cubicBezTo>
                  <a:pt x="29446" y="526155"/>
                  <a:pt x="0" y="496709"/>
                  <a:pt x="0" y="460386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65617" y="5892424"/>
            <a:ext cx="263078" cy="263078"/>
          </a:xfrm>
          <a:custGeom>
            <a:avLst/>
            <a:gdLst/>
            <a:ahLst/>
            <a:cxnLst/>
            <a:rect l="l" t="t" r="r" b="b"/>
            <a:pathLst>
              <a:path w="263078" h="263078">
                <a:moveTo>
                  <a:pt x="65769" y="0"/>
                </a:moveTo>
                <a:lnTo>
                  <a:pt x="197308" y="0"/>
                </a:lnTo>
                <a:cubicBezTo>
                  <a:pt x="233632" y="0"/>
                  <a:pt x="263078" y="29446"/>
                  <a:pt x="263078" y="65769"/>
                </a:cubicBezTo>
                <a:lnTo>
                  <a:pt x="263078" y="197308"/>
                </a:lnTo>
                <a:cubicBezTo>
                  <a:pt x="263078" y="233632"/>
                  <a:pt x="233632" y="263078"/>
                  <a:pt x="197308" y="263078"/>
                </a:cubicBezTo>
                <a:lnTo>
                  <a:pt x="65769" y="263078"/>
                </a:lnTo>
                <a:cubicBezTo>
                  <a:pt x="29446" y="263078"/>
                  <a:pt x="0" y="233632"/>
                  <a:pt x="0" y="19730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32732" y="5892424"/>
            <a:ext cx="328847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7348" y="5892424"/>
            <a:ext cx="2696545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动效一致性与性能平衡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7348" y="6106174"/>
            <a:ext cx="2696545" cy="18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多端动效统一、性能开销控制、降级策略设计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49626" y="1088483"/>
            <a:ext cx="4503559" cy="2736006"/>
          </a:xfrm>
          <a:custGeom>
            <a:avLst/>
            <a:gdLst/>
            <a:ahLst/>
            <a:cxnLst/>
            <a:rect l="l" t="t" r="r" b="b"/>
            <a:pathLst>
              <a:path w="4503559" h="2736006">
                <a:moveTo>
                  <a:pt x="98660" y="0"/>
                </a:moveTo>
                <a:lnTo>
                  <a:pt x="4404898" y="0"/>
                </a:lnTo>
                <a:cubicBezTo>
                  <a:pt x="4459387" y="0"/>
                  <a:pt x="4503559" y="44172"/>
                  <a:pt x="4503559" y="98660"/>
                </a:cubicBezTo>
                <a:lnTo>
                  <a:pt x="4503559" y="2637346"/>
                </a:lnTo>
                <a:cubicBezTo>
                  <a:pt x="4503559" y="2691835"/>
                  <a:pt x="4459387" y="2736006"/>
                  <a:pt x="4404898" y="2736006"/>
                </a:cubicBezTo>
                <a:lnTo>
                  <a:pt x="98660" y="2736006"/>
                </a:lnTo>
                <a:cubicBezTo>
                  <a:pt x="44172" y="2736006"/>
                  <a:pt x="0" y="2691835"/>
                  <a:pt x="0" y="2637346"/>
                </a:cubicBezTo>
                <a:lnTo>
                  <a:pt x="0" y="98660"/>
                </a:lnTo>
                <a:cubicBezTo>
                  <a:pt x="0" y="44172"/>
                  <a:pt x="44172" y="0"/>
                  <a:pt x="9866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9A9FF">
                <a:alpha val="20000"/>
              </a:srgbClr>
            </a:solidFill>
            <a:prstDash val="solid"/>
          </a:ln>
          <a:effectLst>
            <a:outerShdw blurRad="49327" dist="328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542002" y="1288977"/>
            <a:ext cx="197308" cy="197308"/>
          </a:xfrm>
          <a:custGeom>
            <a:avLst/>
            <a:gdLst/>
            <a:ahLst/>
            <a:cxnLst/>
            <a:rect l="l" t="t" r="r" b="b"/>
            <a:pathLst>
              <a:path w="197308" h="197308">
                <a:moveTo>
                  <a:pt x="89598" y="2004"/>
                </a:moveTo>
                <a:cubicBezTo>
                  <a:pt x="95340" y="-655"/>
                  <a:pt x="101968" y="-655"/>
                  <a:pt x="107710" y="2004"/>
                </a:cubicBezTo>
                <a:lnTo>
                  <a:pt x="191952" y="40926"/>
                </a:lnTo>
                <a:cubicBezTo>
                  <a:pt x="195227" y="42429"/>
                  <a:pt x="197308" y="45705"/>
                  <a:pt x="197308" y="49327"/>
                </a:cubicBezTo>
                <a:cubicBezTo>
                  <a:pt x="197308" y="52949"/>
                  <a:pt x="195227" y="56225"/>
                  <a:pt x="191952" y="57728"/>
                </a:cubicBezTo>
                <a:lnTo>
                  <a:pt x="107710" y="96650"/>
                </a:lnTo>
                <a:cubicBezTo>
                  <a:pt x="101968" y="99309"/>
                  <a:pt x="95340" y="99309"/>
                  <a:pt x="89598" y="96650"/>
                </a:cubicBezTo>
                <a:lnTo>
                  <a:pt x="5357" y="57728"/>
                </a:lnTo>
                <a:cubicBezTo>
                  <a:pt x="2081" y="56187"/>
                  <a:pt x="0" y="52911"/>
                  <a:pt x="0" y="49327"/>
                </a:cubicBezTo>
                <a:cubicBezTo>
                  <a:pt x="0" y="45743"/>
                  <a:pt x="2081" y="42429"/>
                  <a:pt x="5357" y="40926"/>
                </a:cubicBezTo>
                <a:lnTo>
                  <a:pt x="89598" y="2004"/>
                </a:lnTo>
                <a:close/>
                <a:moveTo>
                  <a:pt x="18536" y="84164"/>
                </a:moveTo>
                <a:lnTo>
                  <a:pt x="81852" y="113414"/>
                </a:lnTo>
                <a:cubicBezTo>
                  <a:pt x="92527" y="118346"/>
                  <a:pt x="104820" y="118346"/>
                  <a:pt x="115495" y="113414"/>
                </a:cubicBezTo>
                <a:lnTo>
                  <a:pt x="178811" y="84164"/>
                </a:lnTo>
                <a:lnTo>
                  <a:pt x="191952" y="90253"/>
                </a:lnTo>
                <a:cubicBezTo>
                  <a:pt x="195227" y="91756"/>
                  <a:pt x="197308" y="95032"/>
                  <a:pt x="197308" y="98654"/>
                </a:cubicBezTo>
                <a:cubicBezTo>
                  <a:pt x="197308" y="102277"/>
                  <a:pt x="195227" y="105552"/>
                  <a:pt x="191952" y="107055"/>
                </a:cubicBezTo>
                <a:lnTo>
                  <a:pt x="107710" y="145977"/>
                </a:lnTo>
                <a:cubicBezTo>
                  <a:pt x="101968" y="148636"/>
                  <a:pt x="95340" y="148636"/>
                  <a:pt x="89598" y="145977"/>
                </a:cubicBezTo>
                <a:lnTo>
                  <a:pt x="5357" y="107055"/>
                </a:lnTo>
                <a:cubicBezTo>
                  <a:pt x="2081" y="105514"/>
                  <a:pt x="0" y="102238"/>
                  <a:pt x="0" y="98654"/>
                </a:cubicBezTo>
                <a:cubicBezTo>
                  <a:pt x="0" y="95070"/>
                  <a:pt x="2081" y="91756"/>
                  <a:pt x="5357" y="90253"/>
                </a:cubicBezTo>
                <a:lnTo>
                  <a:pt x="18498" y="84164"/>
                </a:lnTo>
                <a:close/>
                <a:moveTo>
                  <a:pt x="5357" y="139580"/>
                </a:moveTo>
                <a:lnTo>
                  <a:pt x="18498" y="133491"/>
                </a:lnTo>
                <a:lnTo>
                  <a:pt x="81814" y="162741"/>
                </a:lnTo>
                <a:cubicBezTo>
                  <a:pt x="92488" y="167673"/>
                  <a:pt x="104781" y="167673"/>
                  <a:pt x="115456" y="162741"/>
                </a:cubicBezTo>
                <a:lnTo>
                  <a:pt x="178772" y="133491"/>
                </a:lnTo>
                <a:lnTo>
                  <a:pt x="191913" y="139580"/>
                </a:lnTo>
                <a:cubicBezTo>
                  <a:pt x="195189" y="141083"/>
                  <a:pt x="197270" y="144359"/>
                  <a:pt x="197270" y="147981"/>
                </a:cubicBezTo>
                <a:cubicBezTo>
                  <a:pt x="197270" y="151604"/>
                  <a:pt x="195189" y="154879"/>
                  <a:pt x="191913" y="156382"/>
                </a:cubicBezTo>
                <a:lnTo>
                  <a:pt x="107672" y="195304"/>
                </a:lnTo>
                <a:cubicBezTo>
                  <a:pt x="101930" y="197963"/>
                  <a:pt x="95301" y="197963"/>
                  <a:pt x="89559" y="195304"/>
                </a:cubicBezTo>
                <a:lnTo>
                  <a:pt x="5357" y="156382"/>
                </a:lnTo>
                <a:cubicBezTo>
                  <a:pt x="2081" y="154841"/>
                  <a:pt x="0" y="151565"/>
                  <a:pt x="0" y="147981"/>
                </a:cubicBezTo>
                <a:cubicBezTo>
                  <a:pt x="0" y="144397"/>
                  <a:pt x="2081" y="141083"/>
                  <a:pt x="5357" y="13958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862627" y="1256196"/>
            <a:ext cx="108519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技术栈概览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50223" y="1683593"/>
            <a:ext cx="98654" cy="131539"/>
          </a:xfrm>
          <a:custGeom>
            <a:avLst/>
            <a:gdLst/>
            <a:ahLst/>
            <a:cxnLst/>
            <a:rect l="l" t="t" r="r" b="b"/>
            <a:pathLst>
              <a:path w="98654" h="131539">
                <a:moveTo>
                  <a:pt x="4111" y="16442"/>
                </a:moveTo>
                <a:cubicBezTo>
                  <a:pt x="4111" y="7373"/>
                  <a:pt x="11484" y="0"/>
                  <a:pt x="20553" y="0"/>
                </a:cubicBezTo>
                <a:lnTo>
                  <a:pt x="78101" y="0"/>
                </a:lnTo>
                <a:cubicBezTo>
                  <a:pt x="87170" y="0"/>
                  <a:pt x="94543" y="7373"/>
                  <a:pt x="94543" y="16442"/>
                </a:cubicBezTo>
                <a:lnTo>
                  <a:pt x="94543" y="115096"/>
                </a:lnTo>
                <a:cubicBezTo>
                  <a:pt x="94543" y="124165"/>
                  <a:pt x="87170" y="131539"/>
                  <a:pt x="78101" y="131539"/>
                </a:cubicBezTo>
                <a:lnTo>
                  <a:pt x="20553" y="131539"/>
                </a:lnTo>
                <a:cubicBezTo>
                  <a:pt x="11484" y="131539"/>
                  <a:pt x="4111" y="124165"/>
                  <a:pt x="4111" y="115096"/>
                </a:cubicBezTo>
                <a:lnTo>
                  <a:pt x="4111" y="16442"/>
                </a:lnTo>
                <a:close/>
                <a:moveTo>
                  <a:pt x="20553" y="16442"/>
                </a:moveTo>
                <a:lnTo>
                  <a:pt x="20553" y="94543"/>
                </a:lnTo>
                <a:lnTo>
                  <a:pt x="78101" y="94543"/>
                </a:lnTo>
                <a:lnTo>
                  <a:pt x="78101" y="16442"/>
                </a:lnTo>
                <a:lnTo>
                  <a:pt x="20553" y="16442"/>
                </a:lnTo>
                <a:close/>
                <a:moveTo>
                  <a:pt x="49327" y="121262"/>
                </a:moveTo>
                <a:cubicBezTo>
                  <a:pt x="53874" y="121262"/>
                  <a:pt x="57548" y="117588"/>
                  <a:pt x="57548" y="113041"/>
                </a:cubicBezTo>
                <a:cubicBezTo>
                  <a:pt x="57548" y="108494"/>
                  <a:pt x="53874" y="104820"/>
                  <a:pt x="49327" y="104820"/>
                </a:cubicBezTo>
                <a:cubicBezTo>
                  <a:pt x="44780" y="104820"/>
                  <a:pt x="41106" y="108494"/>
                  <a:pt x="41106" y="113041"/>
                </a:cubicBezTo>
                <a:cubicBezTo>
                  <a:pt x="41106" y="117588"/>
                  <a:pt x="44780" y="121262"/>
                  <a:pt x="49327" y="121262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747531" y="1650709"/>
            <a:ext cx="46038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14646" y="1880901"/>
            <a:ext cx="403659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Taro + React + antd-mobile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33781" y="2209748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16442" y="8221"/>
                </a:moveTo>
                <a:cubicBezTo>
                  <a:pt x="7373" y="8221"/>
                  <a:pt x="0" y="15595"/>
                  <a:pt x="0" y="24664"/>
                </a:cubicBezTo>
                <a:lnTo>
                  <a:pt x="0" y="90433"/>
                </a:lnTo>
                <a:cubicBezTo>
                  <a:pt x="0" y="99502"/>
                  <a:pt x="7373" y="106875"/>
                  <a:pt x="16442" y="106875"/>
                </a:cubicBezTo>
                <a:lnTo>
                  <a:pt x="53438" y="106875"/>
                </a:lnTo>
                <a:lnTo>
                  <a:pt x="49327" y="119207"/>
                </a:lnTo>
                <a:lnTo>
                  <a:pt x="30829" y="119207"/>
                </a:lnTo>
                <a:cubicBezTo>
                  <a:pt x="27412" y="119207"/>
                  <a:pt x="24664" y="121956"/>
                  <a:pt x="24664" y="125373"/>
                </a:cubicBezTo>
                <a:cubicBezTo>
                  <a:pt x="24664" y="128790"/>
                  <a:pt x="27412" y="131539"/>
                  <a:pt x="30829" y="131539"/>
                </a:cubicBezTo>
                <a:lnTo>
                  <a:pt x="100709" y="131539"/>
                </a:lnTo>
                <a:cubicBezTo>
                  <a:pt x="104126" y="131539"/>
                  <a:pt x="106875" y="128790"/>
                  <a:pt x="106875" y="125373"/>
                </a:cubicBezTo>
                <a:cubicBezTo>
                  <a:pt x="106875" y="121956"/>
                  <a:pt x="104126" y="119207"/>
                  <a:pt x="100709" y="119207"/>
                </a:cubicBezTo>
                <a:lnTo>
                  <a:pt x="82212" y="119207"/>
                </a:lnTo>
                <a:lnTo>
                  <a:pt x="78101" y="106875"/>
                </a:lnTo>
                <a:lnTo>
                  <a:pt x="115096" y="106875"/>
                </a:lnTo>
                <a:cubicBezTo>
                  <a:pt x="124165" y="106875"/>
                  <a:pt x="131539" y="99502"/>
                  <a:pt x="131539" y="90433"/>
                </a:cubicBezTo>
                <a:lnTo>
                  <a:pt x="131539" y="24664"/>
                </a:lnTo>
                <a:cubicBezTo>
                  <a:pt x="131539" y="15595"/>
                  <a:pt x="124165" y="8221"/>
                  <a:pt x="115096" y="8221"/>
                </a:cubicBezTo>
                <a:lnTo>
                  <a:pt x="16442" y="8221"/>
                </a:lnTo>
                <a:close/>
                <a:moveTo>
                  <a:pt x="24664" y="24664"/>
                </a:moveTo>
                <a:lnTo>
                  <a:pt x="106875" y="24664"/>
                </a:lnTo>
                <a:cubicBezTo>
                  <a:pt x="111423" y="24664"/>
                  <a:pt x="115096" y="28337"/>
                  <a:pt x="115096" y="32885"/>
                </a:cubicBezTo>
                <a:lnTo>
                  <a:pt x="115096" y="73991"/>
                </a:lnTo>
                <a:cubicBezTo>
                  <a:pt x="115096" y="78538"/>
                  <a:pt x="111423" y="82212"/>
                  <a:pt x="106875" y="82212"/>
                </a:cubicBezTo>
                <a:lnTo>
                  <a:pt x="24664" y="82212"/>
                </a:lnTo>
                <a:cubicBezTo>
                  <a:pt x="20116" y="82212"/>
                  <a:pt x="16442" y="78538"/>
                  <a:pt x="16442" y="73991"/>
                </a:cubicBezTo>
                <a:lnTo>
                  <a:pt x="16442" y="32885"/>
                </a:lnTo>
                <a:cubicBezTo>
                  <a:pt x="16442" y="28337"/>
                  <a:pt x="20116" y="24664"/>
                  <a:pt x="24664" y="24664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7747531" y="2176864"/>
            <a:ext cx="46038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714646" y="2407057"/>
            <a:ext cx="403659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+ Vite + Ant Design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42002" y="2735904"/>
            <a:ext cx="115096" cy="131539"/>
          </a:xfrm>
          <a:custGeom>
            <a:avLst/>
            <a:gdLst/>
            <a:ahLst/>
            <a:cxnLst/>
            <a:rect l="l" t="t" r="r" b="b"/>
            <a:pathLst>
              <a:path w="115096" h="131539">
                <a:moveTo>
                  <a:pt x="16442" y="8221"/>
                </a:moveTo>
                <a:cubicBezTo>
                  <a:pt x="7373" y="8221"/>
                  <a:pt x="0" y="15595"/>
                  <a:pt x="0" y="24664"/>
                </a:cubicBezTo>
                <a:lnTo>
                  <a:pt x="0" y="41106"/>
                </a:lnTo>
                <a:cubicBezTo>
                  <a:pt x="0" y="50175"/>
                  <a:pt x="7373" y="57548"/>
                  <a:pt x="16442" y="57548"/>
                </a:cubicBezTo>
                <a:lnTo>
                  <a:pt x="98654" y="57548"/>
                </a:lnTo>
                <a:cubicBezTo>
                  <a:pt x="107723" y="57548"/>
                  <a:pt x="115096" y="50175"/>
                  <a:pt x="115096" y="41106"/>
                </a:cubicBezTo>
                <a:lnTo>
                  <a:pt x="115096" y="24664"/>
                </a:lnTo>
                <a:cubicBezTo>
                  <a:pt x="115096" y="15595"/>
                  <a:pt x="107723" y="8221"/>
                  <a:pt x="98654" y="8221"/>
                </a:cubicBezTo>
                <a:lnTo>
                  <a:pt x="16442" y="8221"/>
                </a:lnTo>
                <a:close/>
                <a:moveTo>
                  <a:pt x="71935" y="26719"/>
                </a:moveTo>
                <a:cubicBezTo>
                  <a:pt x="75338" y="26719"/>
                  <a:pt x="78101" y="29482"/>
                  <a:pt x="78101" y="32885"/>
                </a:cubicBezTo>
                <a:cubicBezTo>
                  <a:pt x="78101" y="36288"/>
                  <a:pt x="75338" y="39051"/>
                  <a:pt x="71935" y="39051"/>
                </a:cubicBezTo>
                <a:cubicBezTo>
                  <a:pt x="68532" y="39051"/>
                  <a:pt x="65769" y="36288"/>
                  <a:pt x="65769" y="32885"/>
                </a:cubicBezTo>
                <a:cubicBezTo>
                  <a:pt x="65769" y="29482"/>
                  <a:pt x="68532" y="26719"/>
                  <a:pt x="71935" y="26719"/>
                </a:cubicBezTo>
                <a:close/>
                <a:moveTo>
                  <a:pt x="86322" y="32885"/>
                </a:moveTo>
                <a:cubicBezTo>
                  <a:pt x="86322" y="29482"/>
                  <a:pt x="89085" y="26719"/>
                  <a:pt x="92488" y="26719"/>
                </a:cubicBezTo>
                <a:cubicBezTo>
                  <a:pt x="95891" y="26719"/>
                  <a:pt x="98654" y="29482"/>
                  <a:pt x="98654" y="32885"/>
                </a:cubicBezTo>
                <a:cubicBezTo>
                  <a:pt x="98654" y="36288"/>
                  <a:pt x="95891" y="39051"/>
                  <a:pt x="92488" y="39051"/>
                </a:cubicBezTo>
                <a:cubicBezTo>
                  <a:pt x="89085" y="39051"/>
                  <a:pt x="86322" y="36288"/>
                  <a:pt x="86322" y="32885"/>
                </a:cubicBezTo>
                <a:close/>
                <a:moveTo>
                  <a:pt x="16442" y="73991"/>
                </a:moveTo>
                <a:cubicBezTo>
                  <a:pt x="7373" y="73991"/>
                  <a:pt x="0" y="81364"/>
                  <a:pt x="0" y="90433"/>
                </a:cubicBezTo>
                <a:lnTo>
                  <a:pt x="0" y="106875"/>
                </a:lnTo>
                <a:cubicBezTo>
                  <a:pt x="0" y="115944"/>
                  <a:pt x="7373" y="123318"/>
                  <a:pt x="16442" y="123318"/>
                </a:cubicBezTo>
                <a:lnTo>
                  <a:pt x="98654" y="123318"/>
                </a:lnTo>
                <a:cubicBezTo>
                  <a:pt x="107723" y="123318"/>
                  <a:pt x="115096" y="115944"/>
                  <a:pt x="115096" y="106875"/>
                </a:cubicBezTo>
                <a:lnTo>
                  <a:pt x="115096" y="90433"/>
                </a:lnTo>
                <a:cubicBezTo>
                  <a:pt x="115096" y="81364"/>
                  <a:pt x="107723" y="73991"/>
                  <a:pt x="98654" y="73991"/>
                </a:cubicBezTo>
                <a:lnTo>
                  <a:pt x="16442" y="73991"/>
                </a:lnTo>
                <a:close/>
                <a:moveTo>
                  <a:pt x="71935" y="92488"/>
                </a:moveTo>
                <a:cubicBezTo>
                  <a:pt x="75338" y="92488"/>
                  <a:pt x="78101" y="95251"/>
                  <a:pt x="78101" y="98654"/>
                </a:cubicBezTo>
                <a:cubicBezTo>
                  <a:pt x="78101" y="102057"/>
                  <a:pt x="75338" y="104820"/>
                  <a:pt x="71935" y="104820"/>
                </a:cubicBezTo>
                <a:cubicBezTo>
                  <a:pt x="68532" y="104820"/>
                  <a:pt x="65769" y="102057"/>
                  <a:pt x="65769" y="98654"/>
                </a:cubicBezTo>
                <a:cubicBezTo>
                  <a:pt x="65769" y="95251"/>
                  <a:pt x="68532" y="92488"/>
                  <a:pt x="71935" y="92488"/>
                </a:cubicBezTo>
                <a:close/>
                <a:moveTo>
                  <a:pt x="86322" y="98654"/>
                </a:moveTo>
                <a:cubicBezTo>
                  <a:pt x="86322" y="95251"/>
                  <a:pt x="89085" y="92488"/>
                  <a:pt x="92488" y="92488"/>
                </a:cubicBezTo>
                <a:cubicBezTo>
                  <a:pt x="95891" y="92488"/>
                  <a:pt x="98654" y="95251"/>
                  <a:pt x="98654" y="98654"/>
                </a:cubicBezTo>
                <a:cubicBezTo>
                  <a:pt x="98654" y="102057"/>
                  <a:pt x="95891" y="104820"/>
                  <a:pt x="92488" y="104820"/>
                </a:cubicBezTo>
                <a:cubicBezTo>
                  <a:pt x="89085" y="104820"/>
                  <a:pt x="86322" y="102057"/>
                  <a:pt x="86322" y="98654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7747531" y="2703019"/>
            <a:ext cx="46038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14646" y="2933212"/>
            <a:ext cx="403659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Node.js + Express + JWT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42002" y="3262059"/>
            <a:ext cx="115096" cy="131539"/>
          </a:xfrm>
          <a:custGeom>
            <a:avLst/>
            <a:gdLst/>
            <a:ahLst/>
            <a:cxnLst/>
            <a:rect l="l" t="t" r="r" b="b"/>
            <a:pathLst>
              <a:path w="115096" h="131539">
                <a:moveTo>
                  <a:pt x="115096" y="52872"/>
                </a:moveTo>
                <a:cubicBezTo>
                  <a:pt x="111294" y="55390"/>
                  <a:pt x="106927" y="57420"/>
                  <a:pt x="102379" y="59038"/>
                </a:cubicBezTo>
                <a:cubicBezTo>
                  <a:pt x="90304" y="63354"/>
                  <a:pt x="74453" y="65769"/>
                  <a:pt x="57548" y="65769"/>
                </a:cubicBezTo>
                <a:cubicBezTo>
                  <a:pt x="40643" y="65769"/>
                  <a:pt x="24766" y="63329"/>
                  <a:pt x="12717" y="59038"/>
                </a:cubicBezTo>
                <a:cubicBezTo>
                  <a:pt x="8195" y="57420"/>
                  <a:pt x="3802" y="55390"/>
                  <a:pt x="0" y="52872"/>
                </a:cubicBezTo>
                <a:lnTo>
                  <a:pt x="0" y="73991"/>
                </a:lnTo>
                <a:cubicBezTo>
                  <a:pt x="0" y="85346"/>
                  <a:pt x="25768" y="94543"/>
                  <a:pt x="57548" y="94543"/>
                </a:cubicBezTo>
                <a:cubicBezTo>
                  <a:pt x="89328" y="94543"/>
                  <a:pt x="115096" y="85346"/>
                  <a:pt x="115096" y="73991"/>
                </a:cubicBezTo>
                <a:lnTo>
                  <a:pt x="115096" y="52872"/>
                </a:lnTo>
                <a:close/>
                <a:moveTo>
                  <a:pt x="115096" y="32885"/>
                </a:moveTo>
                <a:lnTo>
                  <a:pt x="115096" y="20553"/>
                </a:lnTo>
                <a:cubicBezTo>
                  <a:pt x="115096" y="9197"/>
                  <a:pt x="89328" y="0"/>
                  <a:pt x="57548" y="0"/>
                </a:cubicBezTo>
                <a:cubicBezTo>
                  <a:pt x="25768" y="0"/>
                  <a:pt x="0" y="9197"/>
                  <a:pt x="0" y="20553"/>
                </a:cubicBezTo>
                <a:lnTo>
                  <a:pt x="0" y="32885"/>
                </a:lnTo>
                <a:cubicBezTo>
                  <a:pt x="0" y="44240"/>
                  <a:pt x="25768" y="53438"/>
                  <a:pt x="57548" y="53438"/>
                </a:cubicBezTo>
                <a:cubicBezTo>
                  <a:pt x="89328" y="53438"/>
                  <a:pt x="115096" y="44240"/>
                  <a:pt x="115096" y="32885"/>
                </a:cubicBezTo>
                <a:close/>
                <a:moveTo>
                  <a:pt x="102379" y="100144"/>
                </a:moveTo>
                <a:cubicBezTo>
                  <a:pt x="90330" y="104435"/>
                  <a:pt x="74479" y="106875"/>
                  <a:pt x="57548" y="106875"/>
                </a:cubicBezTo>
                <a:cubicBezTo>
                  <a:pt x="40618" y="106875"/>
                  <a:pt x="24766" y="104435"/>
                  <a:pt x="12717" y="100144"/>
                </a:cubicBezTo>
                <a:cubicBezTo>
                  <a:pt x="8195" y="98526"/>
                  <a:pt x="3802" y="96496"/>
                  <a:pt x="0" y="93978"/>
                </a:cubicBezTo>
                <a:lnTo>
                  <a:pt x="0" y="110986"/>
                </a:lnTo>
                <a:cubicBezTo>
                  <a:pt x="0" y="122341"/>
                  <a:pt x="25768" y="131539"/>
                  <a:pt x="57548" y="131539"/>
                </a:cubicBezTo>
                <a:cubicBezTo>
                  <a:pt x="89328" y="131539"/>
                  <a:pt x="115096" y="122341"/>
                  <a:pt x="115096" y="110986"/>
                </a:cubicBezTo>
                <a:lnTo>
                  <a:pt x="115096" y="93978"/>
                </a:lnTo>
                <a:cubicBezTo>
                  <a:pt x="111294" y="96496"/>
                  <a:pt x="106927" y="98526"/>
                  <a:pt x="102379" y="100144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7747531" y="3229174"/>
            <a:ext cx="46038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714646" y="3459367"/>
            <a:ext cx="403659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Supabase + AMap地图服务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46338" y="3959215"/>
            <a:ext cx="4513424" cy="2565006"/>
          </a:xfrm>
          <a:custGeom>
            <a:avLst/>
            <a:gdLst/>
            <a:ahLst/>
            <a:cxnLst/>
            <a:rect l="l" t="t" r="r" b="b"/>
            <a:pathLst>
              <a:path w="4513424" h="2565006">
                <a:moveTo>
                  <a:pt x="98650" y="0"/>
                </a:moveTo>
                <a:lnTo>
                  <a:pt x="4414774" y="0"/>
                </a:lnTo>
                <a:cubicBezTo>
                  <a:pt x="4469257" y="0"/>
                  <a:pt x="4513424" y="44167"/>
                  <a:pt x="4513424" y="98650"/>
                </a:cubicBezTo>
                <a:lnTo>
                  <a:pt x="4513424" y="2466356"/>
                </a:lnTo>
                <a:cubicBezTo>
                  <a:pt x="4513424" y="2520839"/>
                  <a:pt x="4469257" y="2565006"/>
                  <a:pt x="4414774" y="2565006"/>
                </a:cubicBezTo>
                <a:lnTo>
                  <a:pt x="98650" y="2565006"/>
                </a:lnTo>
                <a:cubicBezTo>
                  <a:pt x="44167" y="2565006"/>
                  <a:pt x="0" y="2520839"/>
                  <a:pt x="0" y="2466356"/>
                </a:cubicBezTo>
                <a:lnTo>
                  <a:pt x="0" y="98650"/>
                </a:lnTo>
                <a:cubicBezTo>
                  <a:pt x="0" y="44204"/>
                  <a:pt x="44204" y="0"/>
                  <a:pt x="986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23318" dist="8221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7535425" y="4156419"/>
            <a:ext cx="197308" cy="197308"/>
          </a:xfrm>
          <a:custGeom>
            <a:avLst/>
            <a:gdLst/>
            <a:ahLst/>
            <a:cxnLst/>
            <a:rect l="l" t="t" r="r" b="b"/>
            <a:pathLst>
              <a:path w="197308" h="197308">
                <a:moveTo>
                  <a:pt x="24664" y="24664"/>
                </a:moveTo>
                <a:cubicBezTo>
                  <a:pt x="24664" y="17843"/>
                  <a:pt x="19153" y="12332"/>
                  <a:pt x="12332" y="12332"/>
                </a:cubicBezTo>
                <a:cubicBezTo>
                  <a:pt x="5511" y="12332"/>
                  <a:pt x="0" y="17843"/>
                  <a:pt x="0" y="24664"/>
                </a:cubicBezTo>
                <a:lnTo>
                  <a:pt x="0" y="154147"/>
                </a:lnTo>
                <a:cubicBezTo>
                  <a:pt x="0" y="171180"/>
                  <a:pt x="13796" y="184976"/>
                  <a:pt x="30829" y="184976"/>
                </a:cubicBezTo>
                <a:lnTo>
                  <a:pt x="184976" y="184976"/>
                </a:lnTo>
                <a:cubicBezTo>
                  <a:pt x="191797" y="184976"/>
                  <a:pt x="197308" y="179466"/>
                  <a:pt x="197308" y="172645"/>
                </a:cubicBezTo>
                <a:cubicBezTo>
                  <a:pt x="197308" y="165824"/>
                  <a:pt x="191797" y="160313"/>
                  <a:pt x="184976" y="160313"/>
                </a:cubicBezTo>
                <a:lnTo>
                  <a:pt x="30829" y="160313"/>
                </a:lnTo>
                <a:cubicBezTo>
                  <a:pt x="27438" y="160313"/>
                  <a:pt x="24664" y="157538"/>
                  <a:pt x="24664" y="154147"/>
                </a:cubicBezTo>
                <a:lnTo>
                  <a:pt x="24664" y="24664"/>
                </a:lnTo>
                <a:close/>
                <a:moveTo>
                  <a:pt x="181354" y="58036"/>
                </a:moveTo>
                <a:cubicBezTo>
                  <a:pt x="186171" y="53219"/>
                  <a:pt x="186171" y="45396"/>
                  <a:pt x="181354" y="40579"/>
                </a:cubicBezTo>
                <a:cubicBezTo>
                  <a:pt x="176537" y="35762"/>
                  <a:pt x="168714" y="35762"/>
                  <a:pt x="163897" y="40579"/>
                </a:cubicBezTo>
                <a:lnTo>
                  <a:pt x="123318" y="81197"/>
                </a:lnTo>
                <a:lnTo>
                  <a:pt x="101198" y="59115"/>
                </a:lnTo>
                <a:cubicBezTo>
                  <a:pt x="96380" y="54298"/>
                  <a:pt x="88557" y="54298"/>
                  <a:pt x="83740" y="59115"/>
                </a:cubicBezTo>
                <a:lnTo>
                  <a:pt x="46745" y="96111"/>
                </a:lnTo>
                <a:cubicBezTo>
                  <a:pt x="41928" y="100928"/>
                  <a:pt x="41928" y="108751"/>
                  <a:pt x="46745" y="113568"/>
                </a:cubicBezTo>
                <a:cubicBezTo>
                  <a:pt x="51562" y="118385"/>
                  <a:pt x="59385" y="118385"/>
                  <a:pt x="64202" y="113568"/>
                </a:cubicBezTo>
                <a:lnTo>
                  <a:pt x="92488" y="85282"/>
                </a:lnTo>
                <a:lnTo>
                  <a:pt x="114608" y="107402"/>
                </a:lnTo>
                <a:cubicBezTo>
                  <a:pt x="119425" y="112219"/>
                  <a:pt x="127248" y="112219"/>
                  <a:pt x="132065" y="107402"/>
                </a:cubicBezTo>
                <a:lnTo>
                  <a:pt x="181392" y="58075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7856051" y="4123639"/>
            <a:ext cx="887887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关键指标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10761" y="4485266"/>
            <a:ext cx="4184577" cy="559040"/>
          </a:xfrm>
          <a:custGeom>
            <a:avLst/>
            <a:gdLst/>
            <a:ahLst/>
            <a:cxnLst/>
            <a:rect l="l" t="t" r="r" b="b"/>
            <a:pathLst>
              <a:path w="4184577" h="559040">
                <a:moveTo>
                  <a:pt x="65771" y="0"/>
                </a:moveTo>
                <a:lnTo>
                  <a:pt x="4118806" y="0"/>
                </a:lnTo>
                <a:cubicBezTo>
                  <a:pt x="4155131" y="0"/>
                  <a:pt x="4184577" y="29447"/>
                  <a:pt x="4184577" y="65771"/>
                </a:cubicBezTo>
                <a:lnTo>
                  <a:pt x="4184577" y="493269"/>
                </a:lnTo>
                <a:cubicBezTo>
                  <a:pt x="4184577" y="529593"/>
                  <a:pt x="4155131" y="559040"/>
                  <a:pt x="4118806" y="559040"/>
                </a:cubicBezTo>
                <a:lnTo>
                  <a:pt x="65771" y="559040"/>
                </a:lnTo>
                <a:cubicBezTo>
                  <a:pt x="29471" y="559040"/>
                  <a:pt x="0" y="529569"/>
                  <a:pt x="0" y="493269"/>
                </a:cubicBezTo>
                <a:lnTo>
                  <a:pt x="0" y="65771"/>
                </a:lnTo>
                <a:cubicBezTo>
                  <a:pt x="0" y="29471"/>
                  <a:pt x="29471" y="0"/>
                  <a:pt x="6577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7609414" y="4616703"/>
            <a:ext cx="1757007" cy="16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Performance Score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160962" y="4583920"/>
            <a:ext cx="537768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90+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609415" y="4879780"/>
            <a:ext cx="3987269" cy="65769"/>
          </a:xfrm>
          <a:custGeom>
            <a:avLst/>
            <a:gdLst/>
            <a:ahLst/>
            <a:cxnLst/>
            <a:rect l="l" t="t" r="r" b="b"/>
            <a:pathLst>
              <a:path w="3987269" h="65769">
                <a:moveTo>
                  <a:pt x="32885" y="0"/>
                </a:moveTo>
                <a:lnTo>
                  <a:pt x="3954384" y="0"/>
                </a:lnTo>
                <a:cubicBezTo>
                  <a:pt x="3972546" y="0"/>
                  <a:pt x="3987269" y="14723"/>
                  <a:pt x="3987269" y="32885"/>
                </a:cubicBezTo>
                <a:lnTo>
                  <a:pt x="3987269" y="32885"/>
                </a:lnTo>
                <a:cubicBezTo>
                  <a:pt x="3987269" y="51046"/>
                  <a:pt x="3972546" y="65769"/>
                  <a:pt x="3954384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7609415" y="4879780"/>
            <a:ext cx="3872173" cy="65769"/>
          </a:xfrm>
          <a:custGeom>
            <a:avLst/>
            <a:gdLst/>
            <a:ahLst/>
            <a:cxnLst/>
            <a:rect l="l" t="t" r="r" b="b"/>
            <a:pathLst>
              <a:path w="3872173" h="65769">
                <a:moveTo>
                  <a:pt x="32885" y="0"/>
                </a:moveTo>
                <a:lnTo>
                  <a:pt x="3839288" y="0"/>
                </a:lnTo>
                <a:cubicBezTo>
                  <a:pt x="3857450" y="0"/>
                  <a:pt x="3872173" y="14723"/>
                  <a:pt x="3872173" y="32885"/>
                </a:cubicBezTo>
                <a:lnTo>
                  <a:pt x="3872173" y="32885"/>
                </a:lnTo>
                <a:cubicBezTo>
                  <a:pt x="3872173" y="51046"/>
                  <a:pt x="3857450" y="65769"/>
                  <a:pt x="3839288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39A9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7510761" y="5142858"/>
            <a:ext cx="4184577" cy="559040"/>
          </a:xfrm>
          <a:custGeom>
            <a:avLst/>
            <a:gdLst/>
            <a:ahLst/>
            <a:cxnLst/>
            <a:rect l="l" t="t" r="r" b="b"/>
            <a:pathLst>
              <a:path w="4184577" h="559040">
                <a:moveTo>
                  <a:pt x="65771" y="0"/>
                </a:moveTo>
                <a:lnTo>
                  <a:pt x="4118806" y="0"/>
                </a:lnTo>
                <a:cubicBezTo>
                  <a:pt x="4155131" y="0"/>
                  <a:pt x="4184577" y="29447"/>
                  <a:pt x="4184577" y="65771"/>
                </a:cubicBezTo>
                <a:lnTo>
                  <a:pt x="4184577" y="493269"/>
                </a:lnTo>
                <a:cubicBezTo>
                  <a:pt x="4184577" y="529593"/>
                  <a:pt x="4155131" y="559040"/>
                  <a:pt x="4118806" y="559040"/>
                </a:cubicBezTo>
                <a:lnTo>
                  <a:pt x="65771" y="559040"/>
                </a:lnTo>
                <a:cubicBezTo>
                  <a:pt x="29471" y="559040"/>
                  <a:pt x="0" y="529569"/>
                  <a:pt x="0" y="493269"/>
                </a:cubicBezTo>
                <a:lnTo>
                  <a:pt x="0" y="65771"/>
                </a:lnTo>
                <a:cubicBezTo>
                  <a:pt x="0" y="29471"/>
                  <a:pt x="29471" y="0"/>
                  <a:pt x="6577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7609415" y="5274294"/>
            <a:ext cx="920771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FCP (首屏时间)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065477" y="5241512"/>
            <a:ext cx="631302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/>
              </a:rPr>
              <a:t>&lt;1.5s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609415" y="5537372"/>
            <a:ext cx="3987269" cy="65769"/>
          </a:xfrm>
          <a:custGeom>
            <a:avLst/>
            <a:gdLst/>
            <a:ahLst/>
            <a:cxnLst/>
            <a:rect l="l" t="t" r="r" b="b"/>
            <a:pathLst>
              <a:path w="3987269" h="65769">
                <a:moveTo>
                  <a:pt x="32885" y="0"/>
                </a:moveTo>
                <a:lnTo>
                  <a:pt x="3954384" y="0"/>
                </a:lnTo>
                <a:cubicBezTo>
                  <a:pt x="3972546" y="0"/>
                  <a:pt x="3987269" y="14723"/>
                  <a:pt x="3987269" y="32885"/>
                </a:cubicBezTo>
                <a:lnTo>
                  <a:pt x="3987269" y="32885"/>
                </a:lnTo>
                <a:cubicBezTo>
                  <a:pt x="3987269" y="51046"/>
                  <a:pt x="3972546" y="65769"/>
                  <a:pt x="3954384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7609415" y="5537372"/>
            <a:ext cx="3707749" cy="65769"/>
          </a:xfrm>
          <a:custGeom>
            <a:avLst/>
            <a:gdLst/>
            <a:ahLst/>
            <a:cxnLst/>
            <a:rect l="l" t="t" r="r" b="b"/>
            <a:pathLst>
              <a:path w="3707749" h="65769">
                <a:moveTo>
                  <a:pt x="32885" y="0"/>
                </a:moveTo>
                <a:lnTo>
                  <a:pt x="3674864" y="0"/>
                </a:lnTo>
                <a:cubicBezTo>
                  <a:pt x="3693026" y="0"/>
                  <a:pt x="3707749" y="14723"/>
                  <a:pt x="3707749" y="32885"/>
                </a:cubicBezTo>
                <a:lnTo>
                  <a:pt x="3707749" y="32885"/>
                </a:lnTo>
                <a:cubicBezTo>
                  <a:pt x="3707749" y="51046"/>
                  <a:pt x="3693026" y="65769"/>
                  <a:pt x="3674864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39A9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7510761" y="5800449"/>
            <a:ext cx="4184577" cy="559040"/>
          </a:xfrm>
          <a:custGeom>
            <a:avLst/>
            <a:gdLst/>
            <a:ahLst/>
            <a:cxnLst/>
            <a:rect l="l" t="t" r="r" b="b"/>
            <a:pathLst>
              <a:path w="4184577" h="559040">
                <a:moveTo>
                  <a:pt x="65771" y="0"/>
                </a:moveTo>
                <a:lnTo>
                  <a:pt x="4118806" y="0"/>
                </a:lnTo>
                <a:cubicBezTo>
                  <a:pt x="4155131" y="0"/>
                  <a:pt x="4184577" y="29447"/>
                  <a:pt x="4184577" y="65771"/>
                </a:cubicBezTo>
                <a:lnTo>
                  <a:pt x="4184577" y="493269"/>
                </a:lnTo>
                <a:cubicBezTo>
                  <a:pt x="4184577" y="529593"/>
                  <a:pt x="4155131" y="559040"/>
                  <a:pt x="4118806" y="559040"/>
                </a:cubicBezTo>
                <a:lnTo>
                  <a:pt x="65771" y="559040"/>
                </a:lnTo>
                <a:cubicBezTo>
                  <a:pt x="29471" y="559040"/>
                  <a:pt x="0" y="529569"/>
                  <a:pt x="0" y="493269"/>
                </a:cubicBezTo>
                <a:lnTo>
                  <a:pt x="0" y="65771"/>
                </a:lnTo>
                <a:cubicBezTo>
                  <a:pt x="0" y="29471"/>
                  <a:pt x="29471" y="0"/>
                  <a:pt x="6577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7609415" y="5931886"/>
            <a:ext cx="1183849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LCP (最大内容绘制)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297228" y="5899103"/>
            <a:ext cx="394616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554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&lt;2s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609415" y="6194963"/>
            <a:ext cx="3987269" cy="65769"/>
          </a:xfrm>
          <a:custGeom>
            <a:avLst/>
            <a:gdLst/>
            <a:ahLst/>
            <a:cxnLst/>
            <a:rect l="l" t="t" r="r" b="b"/>
            <a:pathLst>
              <a:path w="3987269" h="65769">
                <a:moveTo>
                  <a:pt x="32885" y="0"/>
                </a:moveTo>
                <a:lnTo>
                  <a:pt x="3954384" y="0"/>
                </a:lnTo>
                <a:cubicBezTo>
                  <a:pt x="3972546" y="0"/>
                  <a:pt x="3987269" y="14723"/>
                  <a:pt x="3987269" y="32885"/>
                </a:cubicBezTo>
                <a:lnTo>
                  <a:pt x="3987269" y="32885"/>
                </a:lnTo>
                <a:cubicBezTo>
                  <a:pt x="3987269" y="51046"/>
                  <a:pt x="3972546" y="65769"/>
                  <a:pt x="3954384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7609415" y="6194963"/>
            <a:ext cx="3551547" cy="65769"/>
          </a:xfrm>
          <a:custGeom>
            <a:avLst/>
            <a:gdLst/>
            <a:ahLst/>
            <a:cxnLst/>
            <a:rect l="l" t="t" r="r" b="b"/>
            <a:pathLst>
              <a:path w="3551547" h="65769">
                <a:moveTo>
                  <a:pt x="32885" y="0"/>
                </a:moveTo>
                <a:lnTo>
                  <a:pt x="3518662" y="0"/>
                </a:lnTo>
                <a:cubicBezTo>
                  <a:pt x="3536824" y="0"/>
                  <a:pt x="3551547" y="14723"/>
                  <a:pt x="3551547" y="32885"/>
                </a:cubicBezTo>
                <a:lnTo>
                  <a:pt x="3551547" y="32885"/>
                </a:lnTo>
                <a:cubicBezTo>
                  <a:pt x="3551547" y="51046"/>
                  <a:pt x="3536824" y="65769"/>
                  <a:pt x="3518662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39A9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95722"/>
            <a:ext cx="75376" cy="301502"/>
          </a:xfrm>
          <a:custGeom>
            <a:avLst/>
            <a:gdLst/>
            <a:ahLst/>
            <a:cxnLst/>
            <a:rect l="l" t="t" r="r" b="b"/>
            <a:pathLst>
              <a:path w="75376" h="301502">
                <a:moveTo>
                  <a:pt x="37688" y="0"/>
                </a:moveTo>
                <a:lnTo>
                  <a:pt x="37688" y="0"/>
                </a:lnTo>
                <a:cubicBezTo>
                  <a:pt x="58488" y="0"/>
                  <a:pt x="75376" y="16887"/>
                  <a:pt x="75376" y="37688"/>
                </a:cubicBezTo>
                <a:lnTo>
                  <a:pt x="75376" y="263815"/>
                </a:lnTo>
                <a:cubicBezTo>
                  <a:pt x="75376" y="284629"/>
                  <a:pt x="58502" y="301502"/>
                  <a:pt x="37688" y="301502"/>
                </a:cubicBezTo>
                <a:lnTo>
                  <a:pt x="37688" y="301502"/>
                </a:lnTo>
                <a:cubicBezTo>
                  <a:pt x="16873" y="301502"/>
                  <a:pt x="0" y="284629"/>
                  <a:pt x="0" y="26381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5317" y="376878"/>
            <a:ext cx="2119938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2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三端协同总架构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5317" y="753756"/>
            <a:ext cx="1132518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THREE-END COLLABORATIVE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647" y="1021339"/>
            <a:ext cx="7189363" cy="5589526"/>
          </a:xfrm>
          <a:custGeom>
            <a:avLst/>
            <a:gdLst/>
            <a:ahLst/>
            <a:cxnLst/>
            <a:rect l="l" t="t" r="r" b="b"/>
            <a:pathLst>
              <a:path w="7328391" h="5453423">
                <a:moveTo>
                  <a:pt x="113049" y="0"/>
                </a:moveTo>
                <a:lnTo>
                  <a:pt x="7215341" y="0"/>
                </a:lnTo>
                <a:cubicBezTo>
                  <a:pt x="7277777" y="0"/>
                  <a:pt x="7328391" y="50614"/>
                  <a:pt x="7328391" y="113049"/>
                </a:cubicBezTo>
                <a:lnTo>
                  <a:pt x="7328391" y="5340374"/>
                </a:lnTo>
                <a:cubicBezTo>
                  <a:pt x="7328391" y="5402767"/>
                  <a:pt x="7277735" y="5453423"/>
                  <a:pt x="7215341" y="5453423"/>
                </a:cubicBezTo>
                <a:lnTo>
                  <a:pt x="113049" y="5453423"/>
                </a:lnTo>
                <a:cubicBezTo>
                  <a:pt x="50614" y="5453423"/>
                  <a:pt x="0" y="5402809"/>
                  <a:pt x="0" y="5340374"/>
                </a:cubicBezTo>
                <a:lnTo>
                  <a:pt x="0" y="113049"/>
                </a:lnTo>
                <a:cubicBezTo>
                  <a:pt x="0" y="50656"/>
                  <a:pt x="50656" y="0"/>
                  <a:pt x="1130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40" name="Shape 38"/>
          <p:cNvSpPr/>
          <p:nvPr/>
        </p:nvSpPr>
        <p:spPr>
          <a:xfrm>
            <a:off x="7863675" y="1021339"/>
            <a:ext cx="3945912" cy="2852966"/>
          </a:xfrm>
          <a:custGeom>
            <a:avLst/>
            <a:gdLst/>
            <a:ahLst/>
            <a:cxnLst/>
            <a:rect l="l" t="t" r="r" b="b"/>
            <a:pathLst>
              <a:path w="3945912" h="2852966">
                <a:moveTo>
                  <a:pt x="113063" y="0"/>
                </a:moveTo>
                <a:lnTo>
                  <a:pt x="3832849" y="0"/>
                </a:lnTo>
                <a:cubicBezTo>
                  <a:pt x="3895292" y="0"/>
                  <a:pt x="3945912" y="50620"/>
                  <a:pt x="3945912" y="113063"/>
                </a:cubicBezTo>
                <a:lnTo>
                  <a:pt x="3945912" y="2739903"/>
                </a:lnTo>
                <a:cubicBezTo>
                  <a:pt x="3945912" y="2802346"/>
                  <a:pt x="3895292" y="2852966"/>
                  <a:pt x="3832849" y="2852966"/>
                </a:cubicBezTo>
                <a:lnTo>
                  <a:pt x="113063" y="2852966"/>
                </a:lnTo>
                <a:cubicBezTo>
                  <a:pt x="50620" y="2852966"/>
                  <a:pt x="0" y="2802346"/>
                  <a:pt x="0" y="2739903"/>
                </a:cubicBezTo>
                <a:lnTo>
                  <a:pt x="0" y="113063"/>
                </a:lnTo>
                <a:cubicBezTo>
                  <a:pt x="0" y="50662"/>
                  <a:pt x="50662" y="0"/>
                  <a:pt x="11306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9A9FF">
                <a:alpha val="20000"/>
              </a:srgbClr>
            </a:solidFill>
            <a:prstDash val="solid"/>
            <a:headEnd type="triangle" w="med" len="med"/>
          </a:ln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7993463" y="1185281"/>
            <a:ext cx="190794" cy="169595"/>
          </a:xfrm>
          <a:custGeom>
            <a:avLst/>
            <a:gdLst/>
            <a:ahLst/>
            <a:cxnLst/>
            <a:rect l="l" t="t" r="r" b="b"/>
            <a:pathLst>
              <a:path w="190794" h="169595">
                <a:moveTo>
                  <a:pt x="119512" y="397"/>
                </a:moveTo>
                <a:cubicBezTo>
                  <a:pt x="113880" y="-1226"/>
                  <a:pt x="108017" y="2054"/>
                  <a:pt x="106394" y="7685"/>
                </a:cubicBezTo>
                <a:lnTo>
                  <a:pt x="63996" y="156080"/>
                </a:lnTo>
                <a:cubicBezTo>
                  <a:pt x="62373" y="161712"/>
                  <a:pt x="65652" y="167574"/>
                  <a:pt x="71283" y="169198"/>
                </a:cubicBezTo>
                <a:cubicBezTo>
                  <a:pt x="76914" y="170821"/>
                  <a:pt x="82777" y="167541"/>
                  <a:pt x="84400" y="161910"/>
                </a:cubicBezTo>
                <a:lnTo>
                  <a:pt x="126799" y="13515"/>
                </a:lnTo>
                <a:cubicBezTo>
                  <a:pt x="128422" y="7884"/>
                  <a:pt x="125143" y="2021"/>
                  <a:pt x="119512" y="397"/>
                </a:cubicBezTo>
                <a:close/>
                <a:moveTo>
                  <a:pt x="140910" y="45479"/>
                </a:moveTo>
                <a:cubicBezTo>
                  <a:pt x="136769" y="49620"/>
                  <a:pt x="136769" y="56344"/>
                  <a:pt x="140910" y="60484"/>
                </a:cubicBezTo>
                <a:lnTo>
                  <a:pt x="165223" y="84798"/>
                </a:lnTo>
                <a:lnTo>
                  <a:pt x="140910" y="109111"/>
                </a:lnTo>
                <a:cubicBezTo>
                  <a:pt x="136769" y="113251"/>
                  <a:pt x="136769" y="119975"/>
                  <a:pt x="140910" y="124116"/>
                </a:cubicBezTo>
                <a:cubicBezTo>
                  <a:pt x="145050" y="128256"/>
                  <a:pt x="151774" y="128256"/>
                  <a:pt x="155915" y="124116"/>
                </a:cubicBezTo>
                <a:lnTo>
                  <a:pt x="187714" y="92317"/>
                </a:lnTo>
                <a:cubicBezTo>
                  <a:pt x="191854" y="88176"/>
                  <a:pt x="191854" y="81452"/>
                  <a:pt x="187714" y="77311"/>
                </a:cubicBezTo>
                <a:lnTo>
                  <a:pt x="155915" y="45512"/>
                </a:lnTo>
                <a:cubicBezTo>
                  <a:pt x="151774" y="41372"/>
                  <a:pt x="145050" y="41372"/>
                  <a:pt x="140910" y="45512"/>
                </a:cubicBezTo>
                <a:close/>
                <a:moveTo>
                  <a:pt x="49918" y="45479"/>
                </a:moveTo>
                <a:cubicBezTo>
                  <a:pt x="45777" y="41339"/>
                  <a:pt x="39053" y="41339"/>
                  <a:pt x="34913" y="45479"/>
                </a:cubicBezTo>
                <a:lnTo>
                  <a:pt x="3114" y="77278"/>
                </a:lnTo>
                <a:cubicBezTo>
                  <a:pt x="-1027" y="81419"/>
                  <a:pt x="-1027" y="88143"/>
                  <a:pt x="3114" y="92284"/>
                </a:cubicBezTo>
                <a:lnTo>
                  <a:pt x="34913" y="124083"/>
                </a:lnTo>
                <a:cubicBezTo>
                  <a:pt x="39053" y="128223"/>
                  <a:pt x="45777" y="128223"/>
                  <a:pt x="49918" y="124083"/>
                </a:cubicBezTo>
                <a:cubicBezTo>
                  <a:pt x="54058" y="119942"/>
                  <a:pt x="54058" y="113218"/>
                  <a:pt x="49918" y="109077"/>
                </a:cubicBezTo>
                <a:lnTo>
                  <a:pt x="25605" y="84798"/>
                </a:lnTo>
                <a:lnTo>
                  <a:pt x="49885" y="60484"/>
                </a:lnTo>
                <a:cubicBezTo>
                  <a:pt x="54025" y="56344"/>
                  <a:pt x="54025" y="49620"/>
                  <a:pt x="49885" y="45479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8197212" y="1138172"/>
            <a:ext cx="358034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技术栈详情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980507" y="1477362"/>
            <a:ext cx="3712247" cy="527629"/>
          </a:xfrm>
          <a:custGeom>
            <a:avLst/>
            <a:gdLst/>
            <a:ahLst/>
            <a:cxnLst/>
            <a:rect l="l" t="t" r="r" b="b"/>
            <a:pathLst>
              <a:path w="3712247" h="527629">
                <a:moveTo>
                  <a:pt x="75377" y="0"/>
                </a:moveTo>
                <a:lnTo>
                  <a:pt x="3636870" y="0"/>
                </a:lnTo>
                <a:cubicBezTo>
                  <a:pt x="3678500" y="0"/>
                  <a:pt x="3712247" y="33747"/>
                  <a:pt x="3712247" y="75377"/>
                </a:cubicBezTo>
                <a:lnTo>
                  <a:pt x="3712247" y="452252"/>
                </a:lnTo>
                <a:cubicBezTo>
                  <a:pt x="3712247" y="493882"/>
                  <a:pt x="3678500" y="527629"/>
                  <a:pt x="3636870" y="527629"/>
                </a:cubicBezTo>
                <a:lnTo>
                  <a:pt x="75377" y="527629"/>
                </a:lnTo>
                <a:cubicBezTo>
                  <a:pt x="33775" y="527629"/>
                  <a:pt x="0" y="493854"/>
                  <a:pt x="0" y="452252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037039" y="1590425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75376" y="0"/>
                </a:moveTo>
                <a:lnTo>
                  <a:pt x="226127" y="0"/>
                </a:lnTo>
                <a:cubicBezTo>
                  <a:pt x="267728" y="0"/>
                  <a:pt x="301502" y="33775"/>
                  <a:pt x="301502" y="75376"/>
                </a:cubicBezTo>
                <a:lnTo>
                  <a:pt x="301502" y="226127"/>
                </a:lnTo>
                <a:cubicBezTo>
                  <a:pt x="301502" y="267728"/>
                  <a:pt x="267728" y="301502"/>
                  <a:pt x="226127" y="301502"/>
                </a:cubicBezTo>
                <a:lnTo>
                  <a:pt x="75376" y="301502"/>
                </a:lnTo>
                <a:cubicBezTo>
                  <a:pt x="33775" y="301502"/>
                  <a:pt x="0" y="267728"/>
                  <a:pt x="0" y="226127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140680" y="1675223"/>
            <a:ext cx="98930" cy="131907"/>
          </a:xfrm>
          <a:custGeom>
            <a:avLst/>
            <a:gdLst/>
            <a:ahLst/>
            <a:cxnLst/>
            <a:rect l="l" t="t" r="r" b="b"/>
            <a:pathLst>
              <a:path w="98930" h="131907">
                <a:moveTo>
                  <a:pt x="4122" y="16488"/>
                </a:moveTo>
                <a:cubicBezTo>
                  <a:pt x="4122" y="7394"/>
                  <a:pt x="11516" y="0"/>
                  <a:pt x="20611" y="0"/>
                </a:cubicBezTo>
                <a:lnTo>
                  <a:pt x="78320" y="0"/>
                </a:lnTo>
                <a:cubicBezTo>
                  <a:pt x="87414" y="0"/>
                  <a:pt x="94808" y="7394"/>
                  <a:pt x="94808" y="16488"/>
                </a:cubicBezTo>
                <a:lnTo>
                  <a:pt x="94808" y="115419"/>
                </a:lnTo>
                <a:cubicBezTo>
                  <a:pt x="94808" y="124513"/>
                  <a:pt x="87414" y="131907"/>
                  <a:pt x="78320" y="131907"/>
                </a:cubicBezTo>
                <a:lnTo>
                  <a:pt x="20611" y="131907"/>
                </a:lnTo>
                <a:cubicBezTo>
                  <a:pt x="11516" y="131907"/>
                  <a:pt x="4122" y="124513"/>
                  <a:pt x="4122" y="115419"/>
                </a:cubicBezTo>
                <a:lnTo>
                  <a:pt x="4122" y="16488"/>
                </a:lnTo>
                <a:close/>
                <a:moveTo>
                  <a:pt x="20611" y="16488"/>
                </a:moveTo>
                <a:lnTo>
                  <a:pt x="20611" y="94808"/>
                </a:lnTo>
                <a:lnTo>
                  <a:pt x="78320" y="94808"/>
                </a:lnTo>
                <a:lnTo>
                  <a:pt x="78320" y="16488"/>
                </a:lnTo>
                <a:lnTo>
                  <a:pt x="20611" y="16488"/>
                </a:lnTo>
                <a:close/>
                <a:moveTo>
                  <a:pt x="49465" y="121602"/>
                </a:moveTo>
                <a:cubicBezTo>
                  <a:pt x="54025" y="121602"/>
                  <a:pt x="57709" y="117918"/>
                  <a:pt x="57709" y="113358"/>
                </a:cubicBezTo>
                <a:cubicBezTo>
                  <a:pt x="57709" y="108798"/>
                  <a:pt x="54025" y="105114"/>
                  <a:pt x="49465" y="105114"/>
                </a:cubicBezTo>
                <a:cubicBezTo>
                  <a:pt x="44905" y="105114"/>
                  <a:pt x="41221" y="108798"/>
                  <a:pt x="41221" y="113358"/>
                </a:cubicBezTo>
                <a:cubicBezTo>
                  <a:pt x="41221" y="117918"/>
                  <a:pt x="44905" y="121602"/>
                  <a:pt x="49465" y="12160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413917" y="1533894"/>
            <a:ext cx="329768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13917" y="1760020"/>
            <a:ext cx="328826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Taro + React + antd-mobile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980507" y="2061523"/>
            <a:ext cx="3712247" cy="527629"/>
          </a:xfrm>
          <a:custGeom>
            <a:avLst/>
            <a:gdLst/>
            <a:ahLst/>
            <a:cxnLst/>
            <a:rect l="l" t="t" r="r" b="b"/>
            <a:pathLst>
              <a:path w="3712247" h="527629">
                <a:moveTo>
                  <a:pt x="75377" y="0"/>
                </a:moveTo>
                <a:lnTo>
                  <a:pt x="3636870" y="0"/>
                </a:lnTo>
                <a:cubicBezTo>
                  <a:pt x="3678500" y="0"/>
                  <a:pt x="3712247" y="33747"/>
                  <a:pt x="3712247" y="75377"/>
                </a:cubicBezTo>
                <a:lnTo>
                  <a:pt x="3712247" y="452252"/>
                </a:lnTo>
                <a:cubicBezTo>
                  <a:pt x="3712247" y="493882"/>
                  <a:pt x="3678500" y="527629"/>
                  <a:pt x="3636870" y="527629"/>
                </a:cubicBezTo>
                <a:lnTo>
                  <a:pt x="75377" y="527629"/>
                </a:lnTo>
                <a:cubicBezTo>
                  <a:pt x="33775" y="527629"/>
                  <a:pt x="0" y="493854"/>
                  <a:pt x="0" y="452252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037039" y="2174586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75376" y="0"/>
                </a:moveTo>
                <a:lnTo>
                  <a:pt x="226127" y="0"/>
                </a:lnTo>
                <a:cubicBezTo>
                  <a:pt x="267728" y="0"/>
                  <a:pt x="301502" y="33775"/>
                  <a:pt x="301502" y="75376"/>
                </a:cubicBezTo>
                <a:lnTo>
                  <a:pt x="301502" y="226127"/>
                </a:lnTo>
                <a:cubicBezTo>
                  <a:pt x="301502" y="267728"/>
                  <a:pt x="267728" y="301502"/>
                  <a:pt x="226127" y="301502"/>
                </a:cubicBezTo>
                <a:lnTo>
                  <a:pt x="75376" y="301502"/>
                </a:lnTo>
                <a:cubicBezTo>
                  <a:pt x="33775" y="301502"/>
                  <a:pt x="0" y="267728"/>
                  <a:pt x="0" y="226127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124192" y="2259383"/>
            <a:ext cx="131907" cy="131907"/>
          </a:xfrm>
          <a:custGeom>
            <a:avLst/>
            <a:gdLst/>
            <a:ahLst/>
            <a:cxnLst/>
            <a:rect l="l" t="t" r="r" b="b"/>
            <a:pathLst>
              <a:path w="131907" h="131907">
                <a:moveTo>
                  <a:pt x="16488" y="8244"/>
                </a:moveTo>
                <a:cubicBezTo>
                  <a:pt x="7394" y="8244"/>
                  <a:pt x="0" y="15638"/>
                  <a:pt x="0" y="24733"/>
                </a:cubicBezTo>
                <a:lnTo>
                  <a:pt x="0" y="90686"/>
                </a:lnTo>
                <a:cubicBezTo>
                  <a:pt x="0" y="99781"/>
                  <a:pt x="7394" y="107175"/>
                  <a:pt x="16488" y="107175"/>
                </a:cubicBezTo>
                <a:lnTo>
                  <a:pt x="53587" y="107175"/>
                </a:lnTo>
                <a:lnTo>
                  <a:pt x="49465" y="119541"/>
                </a:lnTo>
                <a:lnTo>
                  <a:pt x="30916" y="119541"/>
                </a:lnTo>
                <a:cubicBezTo>
                  <a:pt x="27489" y="119541"/>
                  <a:pt x="24733" y="122298"/>
                  <a:pt x="24733" y="125724"/>
                </a:cubicBezTo>
                <a:cubicBezTo>
                  <a:pt x="24733" y="129151"/>
                  <a:pt x="27489" y="131907"/>
                  <a:pt x="30916" y="131907"/>
                </a:cubicBezTo>
                <a:lnTo>
                  <a:pt x="100991" y="131907"/>
                </a:lnTo>
                <a:cubicBezTo>
                  <a:pt x="104418" y="131907"/>
                  <a:pt x="107175" y="129151"/>
                  <a:pt x="107175" y="125724"/>
                </a:cubicBezTo>
                <a:cubicBezTo>
                  <a:pt x="107175" y="122298"/>
                  <a:pt x="104418" y="119541"/>
                  <a:pt x="100991" y="119541"/>
                </a:cubicBezTo>
                <a:lnTo>
                  <a:pt x="82442" y="119541"/>
                </a:lnTo>
                <a:lnTo>
                  <a:pt x="78320" y="107175"/>
                </a:lnTo>
                <a:lnTo>
                  <a:pt x="115419" y="107175"/>
                </a:lnTo>
                <a:cubicBezTo>
                  <a:pt x="124513" y="107175"/>
                  <a:pt x="131907" y="99781"/>
                  <a:pt x="131907" y="90686"/>
                </a:cubicBezTo>
                <a:lnTo>
                  <a:pt x="131907" y="24733"/>
                </a:lnTo>
                <a:cubicBezTo>
                  <a:pt x="131907" y="15638"/>
                  <a:pt x="124513" y="8244"/>
                  <a:pt x="115419" y="8244"/>
                </a:cubicBezTo>
                <a:lnTo>
                  <a:pt x="16488" y="8244"/>
                </a:lnTo>
                <a:close/>
                <a:moveTo>
                  <a:pt x="24733" y="24733"/>
                </a:moveTo>
                <a:lnTo>
                  <a:pt x="107175" y="24733"/>
                </a:lnTo>
                <a:cubicBezTo>
                  <a:pt x="111735" y="24733"/>
                  <a:pt x="115419" y="28417"/>
                  <a:pt x="115419" y="32977"/>
                </a:cubicBezTo>
                <a:lnTo>
                  <a:pt x="115419" y="74198"/>
                </a:lnTo>
                <a:cubicBezTo>
                  <a:pt x="115419" y="78758"/>
                  <a:pt x="111735" y="82442"/>
                  <a:pt x="107175" y="82442"/>
                </a:cubicBezTo>
                <a:lnTo>
                  <a:pt x="24733" y="82442"/>
                </a:lnTo>
                <a:cubicBezTo>
                  <a:pt x="20173" y="82442"/>
                  <a:pt x="16488" y="78758"/>
                  <a:pt x="16488" y="74198"/>
                </a:cubicBezTo>
                <a:lnTo>
                  <a:pt x="16488" y="32977"/>
                </a:lnTo>
                <a:cubicBezTo>
                  <a:pt x="16488" y="28417"/>
                  <a:pt x="20173" y="24733"/>
                  <a:pt x="24733" y="2473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8413917" y="2118054"/>
            <a:ext cx="329768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13917" y="2344181"/>
            <a:ext cx="328826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sz="1039" dirty="0">
                <a:latin typeface="微软雅黑"/>
                <a:ea typeface="微软雅黑"/>
                <a:cs typeface="微软雅黑"/>
              </a:rPr>
              <a:t>React + Vite + Ant Design + react-router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980507" y="2645683"/>
            <a:ext cx="3712247" cy="527629"/>
          </a:xfrm>
          <a:custGeom>
            <a:avLst/>
            <a:gdLst/>
            <a:ahLst/>
            <a:cxnLst/>
            <a:rect l="l" t="t" r="r" b="b"/>
            <a:pathLst>
              <a:path w="3712247" h="527629">
                <a:moveTo>
                  <a:pt x="75377" y="0"/>
                </a:moveTo>
                <a:lnTo>
                  <a:pt x="3636870" y="0"/>
                </a:lnTo>
                <a:cubicBezTo>
                  <a:pt x="3678500" y="0"/>
                  <a:pt x="3712247" y="33747"/>
                  <a:pt x="3712247" y="75377"/>
                </a:cubicBezTo>
                <a:lnTo>
                  <a:pt x="3712247" y="452252"/>
                </a:lnTo>
                <a:cubicBezTo>
                  <a:pt x="3712247" y="493882"/>
                  <a:pt x="3678500" y="527629"/>
                  <a:pt x="3636870" y="527629"/>
                </a:cubicBezTo>
                <a:lnTo>
                  <a:pt x="75377" y="527629"/>
                </a:lnTo>
                <a:cubicBezTo>
                  <a:pt x="33775" y="527629"/>
                  <a:pt x="0" y="493854"/>
                  <a:pt x="0" y="452252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037039" y="2758747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75376" y="0"/>
                </a:moveTo>
                <a:lnTo>
                  <a:pt x="226127" y="0"/>
                </a:lnTo>
                <a:cubicBezTo>
                  <a:pt x="267728" y="0"/>
                  <a:pt x="301502" y="33775"/>
                  <a:pt x="301502" y="75376"/>
                </a:cubicBezTo>
                <a:lnTo>
                  <a:pt x="301502" y="226127"/>
                </a:lnTo>
                <a:cubicBezTo>
                  <a:pt x="301502" y="267728"/>
                  <a:pt x="267728" y="301502"/>
                  <a:pt x="226127" y="301502"/>
                </a:cubicBezTo>
                <a:lnTo>
                  <a:pt x="75376" y="301502"/>
                </a:lnTo>
                <a:cubicBezTo>
                  <a:pt x="33775" y="301502"/>
                  <a:pt x="0" y="267728"/>
                  <a:pt x="0" y="226127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8132436" y="2843544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6488" y="8244"/>
                </a:moveTo>
                <a:cubicBezTo>
                  <a:pt x="7394" y="8244"/>
                  <a:pt x="0" y="15638"/>
                  <a:pt x="0" y="24733"/>
                </a:cubicBezTo>
                <a:lnTo>
                  <a:pt x="0" y="41221"/>
                </a:lnTo>
                <a:cubicBezTo>
                  <a:pt x="0" y="50315"/>
                  <a:pt x="7394" y="57709"/>
                  <a:pt x="16488" y="57709"/>
                </a:cubicBezTo>
                <a:lnTo>
                  <a:pt x="98930" y="57709"/>
                </a:lnTo>
                <a:cubicBezTo>
                  <a:pt x="108025" y="57709"/>
                  <a:pt x="115419" y="50315"/>
                  <a:pt x="115419" y="41221"/>
                </a:cubicBezTo>
                <a:lnTo>
                  <a:pt x="115419" y="24733"/>
                </a:lnTo>
                <a:cubicBezTo>
                  <a:pt x="115419" y="15638"/>
                  <a:pt x="108025" y="8244"/>
                  <a:pt x="98930" y="8244"/>
                </a:cubicBezTo>
                <a:lnTo>
                  <a:pt x="16488" y="8244"/>
                </a:lnTo>
                <a:close/>
                <a:moveTo>
                  <a:pt x="72137" y="26794"/>
                </a:moveTo>
                <a:cubicBezTo>
                  <a:pt x="75549" y="26794"/>
                  <a:pt x="78320" y="29564"/>
                  <a:pt x="78320" y="32977"/>
                </a:cubicBezTo>
                <a:cubicBezTo>
                  <a:pt x="78320" y="36389"/>
                  <a:pt x="75549" y="39160"/>
                  <a:pt x="72137" y="39160"/>
                </a:cubicBezTo>
                <a:cubicBezTo>
                  <a:pt x="68724" y="39160"/>
                  <a:pt x="65954" y="36389"/>
                  <a:pt x="65954" y="32977"/>
                </a:cubicBezTo>
                <a:cubicBezTo>
                  <a:pt x="65954" y="29564"/>
                  <a:pt x="68724" y="26794"/>
                  <a:pt x="72137" y="26794"/>
                </a:cubicBezTo>
                <a:close/>
                <a:moveTo>
                  <a:pt x="86564" y="32977"/>
                </a:moveTo>
                <a:cubicBezTo>
                  <a:pt x="86564" y="29564"/>
                  <a:pt x="89335" y="26794"/>
                  <a:pt x="92747" y="26794"/>
                </a:cubicBezTo>
                <a:cubicBezTo>
                  <a:pt x="96160" y="26794"/>
                  <a:pt x="98930" y="29564"/>
                  <a:pt x="98930" y="32977"/>
                </a:cubicBezTo>
                <a:cubicBezTo>
                  <a:pt x="98930" y="36389"/>
                  <a:pt x="96160" y="39160"/>
                  <a:pt x="92747" y="39160"/>
                </a:cubicBezTo>
                <a:cubicBezTo>
                  <a:pt x="89335" y="39160"/>
                  <a:pt x="86564" y="36389"/>
                  <a:pt x="86564" y="32977"/>
                </a:cubicBezTo>
                <a:close/>
                <a:moveTo>
                  <a:pt x="16488" y="74198"/>
                </a:moveTo>
                <a:cubicBezTo>
                  <a:pt x="7394" y="74198"/>
                  <a:pt x="0" y="81592"/>
                  <a:pt x="0" y="90686"/>
                </a:cubicBezTo>
                <a:lnTo>
                  <a:pt x="0" y="107175"/>
                </a:lnTo>
                <a:cubicBezTo>
                  <a:pt x="0" y="116269"/>
                  <a:pt x="7394" y="123663"/>
                  <a:pt x="16488" y="123663"/>
                </a:cubicBezTo>
                <a:lnTo>
                  <a:pt x="98930" y="123663"/>
                </a:lnTo>
                <a:cubicBezTo>
                  <a:pt x="108025" y="123663"/>
                  <a:pt x="115419" y="116269"/>
                  <a:pt x="115419" y="107175"/>
                </a:cubicBezTo>
                <a:lnTo>
                  <a:pt x="115419" y="90686"/>
                </a:lnTo>
                <a:cubicBezTo>
                  <a:pt x="115419" y="81592"/>
                  <a:pt x="108025" y="74198"/>
                  <a:pt x="98930" y="74198"/>
                </a:cubicBezTo>
                <a:lnTo>
                  <a:pt x="16488" y="74198"/>
                </a:lnTo>
                <a:close/>
                <a:moveTo>
                  <a:pt x="72137" y="92747"/>
                </a:moveTo>
                <a:cubicBezTo>
                  <a:pt x="75549" y="92747"/>
                  <a:pt x="78320" y="95518"/>
                  <a:pt x="78320" y="98930"/>
                </a:cubicBezTo>
                <a:cubicBezTo>
                  <a:pt x="78320" y="102343"/>
                  <a:pt x="75549" y="105114"/>
                  <a:pt x="72137" y="105114"/>
                </a:cubicBezTo>
                <a:cubicBezTo>
                  <a:pt x="68724" y="105114"/>
                  <a:pt x="65954" y="102343"/>
                  <a:pt x="65954" y="98930"/>
                </a:cubicBezTo>
                <a:cubicBezTo>
                  <a:pt x="65954" y="95518"/>
                  <a:pt x="68724" y="92747"/>
                  <a:pt x="72137" y="92747"/>
                </a:cubicBezTo>
                <a:close/>
                <a:moveTo>
                  <a:pt x="86564" y="98930"/>
                </a:moveTo>
                <a:cubicBezTo>
                  <a:pt x="86564" y="95518"/>
                  <a:pt x="89335" y="92747"/>
                  <a:pt x="92747" y="92747"/>
                </a:cubicBezTo>
                <a:cubicBezTo>
                  <a:pt x="96160" y="92747"/>
                  <a:pt x="98930" y="95518"/>
                  <a:pt x="98930" y="98930"/>
                </a:cubicBezTo>
                <a:cubicBezTo>
                  <a:pt x="98930" y="102343"/>
                  <a:pt x="96160" y="105114"/>
                  <a:pt x="92747" y="105114"/>
                </a:cubicBezTo>
                <a:cubicBezTo>
                  <a:pt x="89335" y="105114"/>
                  <a:pt x="86564" y="102343"/>
                  <a:pt x="86564" y="989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8413917" y="2702215"/>
            <a:ext cx="329768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13917" y="2928342"/>
            <a:ext cx="328826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Node.js + Express + JWT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980507" y="3229844"/>
            <a:ext cx="3712247" cy="527629"/>
          </a:xfrm>
          <a:custGeom>
            <a:avLst/>
            <a:gdLst/>
            <a:ahLst/>
            <a:cxnLst/>
            <a:rect l="l" t="t" r="r" b="b"/>
            <a:pathLst>
              <a:path w="3712247" h="527629">
                <a:moveTo>
                  <a:pt x="75377" y="0"/>
                </a:moveTo>
                <a:lnTo>
                  <a:pt x="3636870" y="0"/>
                </a:lnTo>
                <a:cubicBezTo>
                  <a:pt x="3678500" y="0"/>
                  <a:pt x="3712247" y="33747"/>
                  <a:pt x="3712247" y="75377"/>
                </a:cubicBezTo>
                <a:lnTo>
                  <a:pt x="3712247" y="452252"/>
                </a:lnTo>
                <a:cubicBezTo>
                  <a:pt x="3712247" y="493882"/>
                  <a:pt x="3678500" y="527629"/>
                  <a:pt x="3636870" y="527629"/>
                </a:cubicBezTo>
                <a:lnTo>
                  <a:pt x="75377" y="527629"/>
                </a:lnTo>
                <a:cubicBezTo>
                  <a:pt x="33775" y="527629"/>
                  <a:pt x="0" y="493854"/>
                  <a:pt x="0" y="452252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8037039" y="3342907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75376" y="0"/>
                </a:moveTo>
                <a:lnTo>
                  <a:pt x="226127" y="0"/>
                </a:lnTo>
                <a:cubicBezTo>
                  <a:pt x="267728" y="0"/>
                  <a:pt x="301502" y="33775"/>
                  <a:pt x="301502" y="75376"/>
                </a:cubicBezTo>
                <a:lnTo>
                  <a:pt x="301502" y="226127"/>
                </a:lnTo>
                <a:cubicBezTo>
                  <a:pt x="301502" y="267728"/>
                  <a:pt x="267728" y="301502"/>
                  <a:pt x="226127" y="301502"/>
                </a:cubicBezTo>
                <a:lnTo>
                  <a:pt x="75376" y="301502"/>
                </a:lnTo>
                <a:cubicBezTo>
                  <a:pt x="33775" y="301502"/>
                  <a:pt x="0" y="267728"/>
                  <a:pt x="0" y="226127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8132436" y="3427705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15419" y="53021"/>
                </a:moveTo>
                <a:cubicBezTo>
                  <a:pt x="111606" y="55545"/>
                  <a:pt x="107226" y="57581"/>
                  <a:pt x="102666" y="59204"/>
                </a:cubicBezTo>
                <a:cubicBezTo>
                  <a:pt x="90557" y="63532"/>
                  <a:pt x="74662" y="65954"/>
                  <a:pt x="57709" y="65954"/>
                </a:cubicBezTo>
                <a:cubicBezTo>
                  <a:pt x="40757" y="65954"/>
                  <a:pt x="24836" y="63506"/>
                  <a:pt x="12753" y="59204"/>
                </a:cubicBezTo>
                <a:cubicBezTo>
                  <a:pt x="8218" y="57581"/>
                  <a:pt x="3813" y="55545"/>
                  <a:pt x="0" y="53021"/>
                </a:cubicBezTo>
                <a:lnTo>
                  <a:pt x="0" y="74198"/>
                </a:lnTo>
                <a:cubicBezTo>
                  <a:pt x="0" y="85585"/>
                  <a:pt x="25840" y="94808"/>
                  <a:pt x="57709" y="94808"/>
                </a:cubicBezTo>
                <a:cubicBezTo>
                  <a:pt x="89578" y="94808"/>
                  <a:pt x="115419" y="85585"/>
                  <a:pt x="115419" y="74198"/>
                </a:cubicBezTo>
                <a:lnTo>
                  <a:pt x="115419" y="53021"/>
                </a:lnTo>
                <a:close/>
                <a:moveTo>
                  <a:pt x="115419" y="32977"/>
                </a:moveTo>
                <a:lnTo>
                  <a:pt x="115419" y="20611"/>
                </a:lnTo>
                <a:cubicBezTo>
                  <a:pt x="115419" y="9223"/>
                  <a:pt x="89578" y="0"/>
                  <a:pt x="57709" y="0"/>
                </a:cubicBezTo>
                <a:cubicBezTo>
                  <a:pt x="25840" y="0"/>
                  <a:pt x="0" y="9223"/>
                  <a:pt x="0" y="20611"/>
                </a:cubicBezTo>
                <a:lnTo>
                  <a:pt x="0" y="32977"/>
                </a:lnTo>
                <a:cubicBezTo>
                  <a:pt x="0" y="44364"/>
                  <a:pt x="25840" y="53587"/>
                  <a:pt x="57709" y="53587"/>
                </a:cubicBezTo>
                <a:cubicBezTo>
                  <a:pt x="89578" y="53587"/>
                  <a:pt x="115419" y="44364"/>
                  <a:pt x="115419" y="32977"/>
                </a:cubicBezTo>
                <a:close/>
                <a:moveTo>
                  <a:pt x="102666" y="100425"/>
                </a:moveTo>
                <a:cubicBezTo>
                  <a:pt x="90583" y="104727"/>
                  <a:pt x="74687" y="107175"/>
                  <a:pt x="57709" y="107175"/>
                </a:cubicBezTo>
                <a:cubicBezTo>
                  <a:pt x="40732" y="107175"/>
                  <a:pt x="24836" y="104727"/>
                  <a:pt x="12753" y="100425"/>
                </a:cubicBezTo>
                <a:cubicBezTo>
                  <a:pt x="8218" y="98802"/>
                  <a:pt x="3813" y="96766"/>
                  <a:pt x="0" y="94242"/>
                </a:cubicBezTo>
                <a:lnTo>
                  <a:pt x="0" y="111297"/>
                </a:lnTo>
                <a:cubicBezTo>
                  <a:pt x="0" y="122684"/>
                  <a:pt x="25840" y="131907"/>
                  <a:pt x="57709" y="131907"/>
                </a:cubicBezTo>
                <a:cubicBezTo>
                  <a:pt x="89578" y="131907"/>
                  <a:pt x="115419" y="122684"/>
                  <a:pt x="115419" y="111297"/>
                </a:cubicBezTo>
                <a:lnTo>
                  <a:pt x="115419" y="94242"/>
                </a:lnTo>
                <a:cubicBezTo>
                  <a:pt x="111606" y="96766"/>
                  <a:pt x="107226" y="98802"/>
                  <a:pt x="102666" y="1004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8413917" y="3286376"/>
            <a:ext cx="329768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13917" y="3512502"/>
            <a:ext cx="328826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Supabase + AMap地图服务</a:t>
            </a:r>
            <a:endParaRPr lang="en-US" sz="1600" dirty="0"/>
          </a:p>
        </p:txBody>
      </p:sp>
      <p:sp>
        <p:nvSpPr>
          <p:cNvPr id="70" name="Shape 35">
            <a:extLst>
              <a:ext uri="{FF2B5EF4-FFF2-40B4-BE49-F238E27FC236}">
                <a16:creationId xmlns:a16="http://schemas.microsoft.com/office/drawing/2014/main" id="{BDFF024B-593A-4951-617C-36747EB17CF5}"/>
              </a:ext>
            </a:extLst>
          </p:cNvPr>
          <p:cNvSpPr/>
          <p:nvPr/>
        </p:nvSpPr>
        <p:spPr>
          <a:xfrm>
            <a:off x="7859009" y="3987369"/>
            <a:ext cx="3945912" cy="2623496"/>
          </a:xfrm>
          <a:custGeom>
            <a:avLst/>
            <a:gdLst/>
            <a:ahLst/>
            <a:cxnLst/>
            <a:rect l="l" t="t" r="r" b="b"/>
            <a:pathLst>
              <a:path w="3833745" h="3937360">
                <a:moveTo>
                  <a:pt x="103626" y="0"/>
                </a:moveTo>
                <a:lnTo>
                  <a:pt x="3730119" y="0"/>
                </a:lnTo>
                <a:cubicBezTo>
                  <a:pt x="3787350" y="0"/>
                  <a:pt x="3833745" y="46395"/>
                  <a:pt x="3833745" y="103626"/>
                </a:cubicBezTo>
                <a:lnTo>
                  <a:pt x="3833745" y="3833734"/>
                </a:lnTo>
                <a:cubicBezTo>
                  <a:pt x="3833745" y="3890965"/>
                  <a:pt x="3787350" y="3937360"/>
                  <a:pt x="3730119" y="3937360"/>
                </a:cubicBezTo>
                <a:lnTo>
                  <a:pt x="103626" y="3937360"/>
                </a:lnTo>
                <a:cubicBezTo>
                  <a:pt x="46395" y="3937360"/>
                  <a:pt x="0" y="3890965"/>
                  <a:pt x="0" y="3833734"/>
                </a:cubicBezTo>
                <a:lnTo>
                  <a:pt x="0" y="103626"/>
                </a:lnTo>
                <a:cubicBezTo>
                  <a:pt x="0" y="46395"/>
                  <a:pt x="46395" y="0"/>
                  <a:pt x="1036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29518" dist="8634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1" name="Shape 36">
            <a:extLst>
              <a:ext uri="{FF2B5EF4-FFF2-40B4-BE49-F238E27FC236}">
                <a16:creationId xmlns:a16="http://schemas.microsoft.com/office/drawing/2014/main" id="{FC292DE0-0ED0-34D8-DDB4-8F4BD79F001B}"/>
              </a:ext>
            </a:extLst>
          </p:cNvPr>
          <p:cNvSpPr/>
          <p:nvPr/>
        </p:nvSpPr>
        <p:spPr>
          <a:xfrm>
            <a:off x="7996207" y="4137924"/>
            <a:ext cx="177744" cy="151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169521" y="137141"/>
                </a:moveTo>
                <a:lnTo>
                  <a:pt x="137141" y="169521"/>
                </a:lnTo>
                <a:cubicBezTo>
                  <a:pt x="134038" y="172624"/>
                  <a:pt x="129417" y="173534"/>
                  <a:pt x="125370" y="171848"/>
                </a:cubicBezTo>
                <a:cubicBezTo>
                  <a:pt x="121322" y="170162"/>
                  <a:pt x="118725" y="166249"/>
                  <a:pt x="118725" y="161898"/>
                </a:cubicBezTo>
                <a:lnTo>
                  <a:pt x="118725" y="140312"/>
                </a:lnTo>
                <a:lnTo>
                  <a:pt x="10793" y="140312"/>
                </a:lnTo>
                <a:cubicBezTo>
                  <a:pt x="4823" y="140312"/>
                  <a:pt x="0" y="135488"/>
                  <a:pt x="0" y="129518"/>
                </a:cubicBezTo>
                <a:cubicBezTo>
                  <a:pt x="0" y="123548"/>
                  <a:pt x="4823" y="118725"/>
                  <a:pt x="10793" y="118725"/>
                </a:cubicBezTo>
                <a:lnTo>
                  <a:pt x="118725" y="118725"/>
                </a:lnTo>
                <a:lnTo>
                  <a:pt x="118725" y="97139"/>
                </a:lnTo>
                <a:cubicBezTo>
                  <a:pt x="118725" y="92788"/>
                  <a:pt x="121356" y="88842"/>
                  <a:pt x="125404" y="87155"/>
                </a:cubicBezTo>
                <a:cubicBezTo>
                  <a:pt x="129451" y="85469"/>
                  <a:pt x="134072" y="86413"/>
                  <a:pt x="137175" y="89482"/>
                </a:cubicBezTo>
                <a:lnTo>
                  <a:pt x="169554" y="121862"/>
                </a:lnTo>
                <a:cubicBezTo>
                  <a:pt x="173771" y="126078"/>
                  <a:pt x="173771" y="132925"/>
                  <a:pt x="169554" y="137141"/>
                </a:cubicBezTo>
                <a:close/>
                <a:moveTo>
                  <a:pt x="3171" y="50796"/>
                </a:moveTo>
                <a:cubicBezTo>
                  <a:pt x="-1046" y="46579"/>
                  <a:pt x="-1046" y="39732"/>
                  <a:pt x="3171" y="35516"/>
                </a:cubicBezTo>
                <a:lnTo>
                  <a:pt x="35550" y="3137"/>
                </a:lnTo>
                <a:cubicBezTo>
                  <a:pt x="38653" y="34"/>
                  <a:pt x="43274" y="-877"/>
                  <a:pt x="47321" y="809"/>
                </a:cubicBezTo>
                <a:cubicBezTo>
                  <a:pt x="51369" y="2496"/>
                  <a:pt x="53966" y="6442"/>
                  <a:pt x="53966" y="10793"/>
                </a:cubicBezTo>
                <a:lnTo>
                  <a:pt x="53966" y="32380"/>
                </a:lnTo>
                <a:lnTo>
                  <a:pt x="161898" y="32380"/>
                </a:lnTo>
                <a:cubicBezTo>
                  <a:pt x="167868" y="32380"/>
                  <a:pt x="172691" y="37203"/>
                  <a:pt x="172691" y="43173"/>
                </a:cubicBezTo>
                <a:cubicBezTo>
                  <a:pt x="172691" y="49143"/>
                  <a:pt x="167868" y="53966"/>
                  <a:pt x="161898" y="53966"/>
                </a:cubicBezTo>
                <a:lnTo>
                  <a:pt x="53966" y="53966"/>
                </a:lnTo>
                <a:lnTo>
                  <a:pt x="53966" y="75552"/>
                </a:lnTo>
                <a:cubicBezTo>
                  <a:pt x="53966" y="79903"/>
                  <a:pt x="51335" y="83850"/>
                  <a:pt x="47288" y="85536"/>
                </a:cubicBezTo>
                <a:cubicBezTo>
                  <a:pt x="43240" y="87223"/>
                  <a:pt x="38619" y="86278"/>
                  <a:pt x="35516" y="83209"/>
                </a:cubicBezTo>
                <a:lnTo>
                  <a:pt x="3137" y="50829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FDC45E54-4E09-5E8E-D840-727D686F7984}"/>
              </a:ext>
            </a:extLst>
          </p:cNvPr>
          <p:cNvSpPr/>
          <p:nvPr/>
        </p:nvSpPr>
        <p:spPr>
          <a:xfrm>
            <a:off x="8254483" y="4091965"/>
            <a:ext cx="3457116" cy="2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横切能力</a:t>
            </a:r>
            <a:endParaRPr lang="en-US" sz="1200" dirty="0"/>
          </a:p>
        </p:txBody>
      </p:sp>
      <p:sp>
        <p:nvSpPr>
          <p:cNvPr id="73" name="Shape 38">
            <a:extLst>
              <a:ext uri="{FF2B5EF4-FFF2-40B4-BE49-F238E27FC236}">
                <a16:creationId xmlns:a16="http://schemas.microsoft.com/office/drawing/2014/main" id="{4A13CCEC-5873-3D21-6E4D-F7CD5D6FD4A3}"/>
              </a:ext>
            </a:extLst>
          </p:cNvPr>
          <p:cNvSpPr/>
          <p:nvPr/>
        </p:nvSpPr>
        <p:spPr>
          <a:xfrm>
            <a:off x="7996207" y="4404217"/>
            <a:ext cx="3590425" cy="458755"/>
          </a:xfrm>
          <a:custGeom>
            <a:avLst/>
            <a:gdLst/>
            <a:ahLst/>
            <a:cxnLst/>
            <a:rect l="l" t="t" r="r" b="b"/>
            <a:pathLst>
              <a:path w="3488363" h="621688">
                <a:moveTo>
                  <a:pt x="69076" y="0"/>
                </a:moveTo>
                <a:lnTo>
                  <a:pt x="3419287" y="0"/>
                </a:lnTo>
                <a:cubicBezTo>
                  <a:pt x="3457436" y="0"/>
                  <a:pt x="3488363" y="30926"/>
                  <a:pt x="3488363" y="69076"/>
                </a:cubicBezTo>
                <a:lnTo>
                  <a:pt x="3488363" y="552613"/>
                </a:lnTo>
                <a:cubicBezTo>
                  <a:pt x="3488363" y="590762"/>
                  <a:pt x="3457436" y="621688"/>
                  <a:pt x="3419287" y="621688"/>
                </a:cubicBezTo>
                <a:lnTo>
                  <a:pt x="69076" y="621688"/>
                </a:lnTo>
                <a:cubicBezTo>
                  <a:pt x="30952" y="621688"/>
                  <a:pt x="0" y="590737"/>
                  <a:pt x="0" y="552613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Shape 39">
            <a:extLst>
              <a:ext uri="{FF2B5EF4-FFF2-40B4-BE49-F238E27FC236}">
                <a16:creationId xmlns:a16="http://schemas.microsoft.com/office/drawing/2014/main" id="{6E810CE9-FB25-9830-13B8-2F13B66CB28A}"/>
              </a:ext>
            </a:extLst>
          </p:cNvPr>
          <p:cNvSpPr/>
          <p:nvPr/>
        </p:nvSpPr>
        <p:spPr>
          <a:xfrm>
            <a:off x="8117091" y="4455038"/>
            <a:ext cx="142195" cy="1213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0"/>
                </a:moveTo>
                <a:cubicBezTo>
                  <a:pt x="70318" y="0"/>
                  <a:pt x="71559" y="270"/>
                  <a:pt x="72692" y="783"/>
                </a:cubicBezTo>
                <a:lnTo>
                  <a:pt x="123528" y="22342"/>
                </a:lnTo>
                <a:cubicBezTo>
                  <a:pt x="129464" y="24851"/>
                  <a:pt x="133890" y="30707"/>
                  <a:pt x="133863" y="37776"/>
                </a:cubicBezTo>
                <a:cubicBezTo>
                  <a:pt x="133728" y="64543"/>
                  <a:pt x="122719" y="113517"/>
                  <a:pt x="76227" y="135778"/>
                </a:cubicBezTo>
                <a:cubicBezTo>
                  <a:pt x="71721" y="137937"/>
                  <a:pt x="66486" y="137937"/>
                  <a:pt x="61980" y="135778"/>
                </a:cubicBezTo>
                <a:cubicBezTo>
                  <a:pt x="15461" y="113517"/>
                  <a:pt x="4479" y="64543"/>
                  <a:pt x="4344" y="37776"/>
                </a:cubicBezTo>
                <a:cubicBezTo>
                  <a:pt x="4317" y="30707"/>
                  <a:pt x="8742" y="24851"/>
                  <a:pt x="14679" y="22342"/>
                </a:cubicBezTo>
                <a:lnTo>
                  <a:pt x="65488" y="783"/>
                </a:lnTo>
                <a:cubicBezTo>
                  <a:pt x="66621" y="270"/>
                  <a:pt x="67835" y="0"/>
                  <a:pt x="69076" y="0"/>
                </a:cubicBezTo>
                <a:close/>
                <a:moveTo>
                  <a:pt x="69076" y="18025"/>
                </a:moveTo>
                <a:lnTo>
                  <a:pt x="69076" y="120047"/>
                </a:lnTo>
                <a:cubicBezTo>
                  <a:pt x="106313" y="102023"/>
                  <a:pt x="116324" y="62088"/>
                  <a:pt x="116567" y="38181"/>
                </a:cubicBezTo>
                <a:lnTo>
                  <a:pt x="69076" y="18052"/>
                </a:lnTo>
                <a:lnTo>
                  <a:pt x="69076" y="18052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3091B2CA-4857-E6C8-7771-FEFF77C7F9B6}"/>
              </a:ext>
            </a:extLst>
          </p:cNvPr>
          <p:cNvSpPr/>
          <p:nvPr/>
        </p:nvSpPr>
        <p:spPr>
          <a:xfrm>
            <a:off x="8341589" y="4420500"/>
            <a:ext cx="782072" cy="18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鉴权与权限</a:t>
            </a:r>
            <a:endParaRPr lang="en-US" sz="1600" dirty="0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AF444535-138D-0B58-0AF0-8E5182E3B7C3}"/>
              </a:ext>
            </a:extLst>
          </p:cNvPr>
          <p:cNvSpPr/>
          <p:nvPr/>
        </p:nvSpPr>
        <p:spPr>
          <a:xfrm>
            <a:off x="8099822" y="4662267"/>
            <a:ext cx="3439342" cy="151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+ bcrypt 双重安全,路由层统一收口</a:t>
            </a:r>
            <a:endParaRPr lang="en-US" sz="1600" dirty="0"/>
          </a:p>
        </p:txBody>
      </p:sp>
      <p:sp>
        <p:nvSpPr>
          <p:cNvPr id="77" name="Shape 42">
            <a:extLst>
              <a:ext uri="{FF2B5EF4-FFF2-40B4-BE49-F238E27FC236}">
                <a16:creationId xmlns:a16="http://schemas.microsoft.com/office/drawing/2014/main" id="{01BDF2F9-BC8C-97E7-F202-197C531B3611}"/>
              </a:ext>
            </a:extLst>
          </p:cNvPr>
          <p:cNvSpPr/>
          <p:nvPr/>
        </p:nvSpPr>
        <p:spPr>
          <a:xfrm>
            <a:off x="7993463" y="4936681"/>
            <a:ext cx="3590425" cy="464701"/>
          </a:xfrm>
          <a:custGeom>
            <a:avLst/>
            <a:gdLst/>
            <a:ahLst/>
            <a:cxnLst/>
            <a:rect l="l" t="t" r="r" b="b"/>
            <a:pathLst>
              <a:path w="3488363" h="621688">
                <a:moveTo>
                  <a:pt x="69076" y="0"/>
                </a:moveTo>
                <a:lnTo>
                  <a:pt x="3419287" y="0"/>
                </a:lnTo>
                <a:cubicBezTo>
                  <a:pt x="3457436" y="0"/>
                  <a:pt x="3488363" y="30926"/>
                  <a:pt x="3488363" y="69076"/>
                </a:cubicBezTo>
                <a:lnTo>
                  <a:pt x="3488363" y="552613"/>
                </a:lnTo>
                <a:cubicBezTo>
                  <a:pt x="3488363" y="590762"/>
                  <a:pt x="3457436" y="621688"/>
                  <a:pt x="3419287" y="621688"/>
                </a:cubicBezTo>
                <a:lnTo>
                  <a:pt x="69076" y="621688"/>
                </a:lnTo>
                <a:cubicBezTo>
                  <a:pt x="30952" y="621688"/>
                  <a:pt x="0" y="590737"/>
                  <a:pt x="0" y="552613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Shape 43">
            <a:extLst>
              <a:ext uri="{FF2B5EF4-FFF2-40B4-BE49-F238E27FC236}">
                <a16:creationId xmlns:a16="http://schemas.microsoft.com/office/drawing/2014/main" id="{7C352C3B-5897-9A10-1569-1103C91445BA}"/>
              </a:ext>
            </a:extLst>
          </p:cNvPr>
          <p:cNvSpPr/>
          <p:nvPr/>
        </p:nvSpPr>
        <p:spPr>
          <a:xfrm>
            <a:off x="8114347" y="4993448"/>
            <a:ext cx="142195" cy="1213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0" y="69076"/>
                </a:moveTo>
                <a:cubicBezTo>
                  <a:pt x="0" y="30952"/>
                  <a:pt x="30952" y="0"/>
                  <a:pt x="69076" y="0"/>
                </a:cubicBezTo>
                <a:cubicBezTo>
                  <a:pt x="107201" y="0"/>
                  <a:pt x="138153" y="30952"/>
                  <a:pt x="138153" y="69076"/>
                </a:cubicBezTo>
                <a:cubicBezTo>
                  <a:pt x="138153" y="107201"/>
                  <a:pt x="107201" y="138153"/>
                  <a:pt x="69076" y="138153"/>
                </a:cubicBezTo>
                <a:cubicBezTo>
                  <a:pt x="30952" y="138153"/>
                  <a:pt x="0" y="107201"/>
                  <a:pt x="0" y="69076"/>
                </a:cubicBezTo>
                <a:close/>
                <a:moveTo>
                  <a:pt x="77711" y="25904"/>
                </a:moveTo>
                <a:cubicBezTo>
                  <a:pt x="77711" y="21138"/>
                  <a:pt x="73842" y="17269"/>
                  <a:pt x="69076" y="17269"/>
                </a:cubicBezTo>
                <a:cubicBezTo>
                  <a:pt x="64311" y="17269"/>
                  <a:pt x="60442" y="21138"/>
                  <a:pt x="60442" y="25904"/>
                </a:cubicBezTo>
                <a:cubicBezTo>
                  <a:pt x="60442" y="30669"/>
                  <a:pt x="64311" y="34538"/>
                  <a:pt x="69076" y="34538"/>
                </a:cubicBezTo>
                <a:cubicBezTo>
                  <a:pt x="73842" y="34538"/>
                  <a:pt x="77711" y="30669"/>
                  <a:pt x="77711" y="25904"/>
                </a:cubicBezTo>
                <a:close/>
                <a:moveTo>
                  <a:pt x="69076" y="112249"/>
                </a:moveTo>
                <a:cubicBezTo>
                  <a:pt x="78601" y="112249"/>
                  <a:pt x="86346" y="104505"/>
                  <a:pt x="86346" y="94980"/>
                </a:cubicBezTo>
                <a:cubicBezTo>
                  <a:pt x="86346" y="90609"/>
                  <a:pt x="84727" y="86588"/>
                  <a:pt x="82028" y="83566"/>
                </a:cubicBezTo>
                <a:lnTo>
                  <a:pt x="100782" y="46087"/>
                </a:lnTo>
                <a:cubicBezTo>
                  <a:pt x="102374" y="42876"/>
                  <a:pt x="101078" y="38990"/>
                  <a:pt x="97894" y="37398"/>
                </a:cubicBezTo>
                <a:cubicBezTo>
                  <a:pt x="94710" y="35806"/>
                  <a:pt x="90798" y="37102"/>
                  <a:pt x="89206" y="40286"/>
                </a:cubicBezTo>
                <a:lnTo>
                  <a:pt x="70453" y="77765"/>
                </a:lnTo>
                <a:cubicBezTo>
                  <a:pt x="69994" y="77738"/>
                  <a:pt x="69535" y="77711"/>
                  <a:pt x="69076" y="77711"/>
                </a:cubicBezTo>
                <a:cubicBezTo>
                  <a:pt x="59551" y="77711"/>
                  <a:pt x="51807" y="85455"/>
                  <a:pt x="51807" y="94980"/>
                </a:cubicBezTo>
                <a:cubicBezTo>
                  <a:pt x="51807" y="104505"/>
                  <a:pt x="59551" y="112249"/>
                  <a:pt x="69076" y="112249"/>
                </a:cubicBezTo>
                <a:close/>
                <a:moveTo>
                  <a:pt x="47490" y="38856"/>
                </a:moveTo>
                <a:cubicBezTo>
                  <a:pt x="47490" y="34090"/>
                  <a:pt x="43621" y="30221"/>
                  <a:pt x="38856" y="30221"/>
                </a:cubicBezTo>
                <a:cubicBezTo>
                  <a:pt x="34090" y="30221"/>
                  <a:pt x="30221" y="34090"/>
                  <a:pt x="30221" y="38856"/>
                </a:cubicBezTo>
                <a:cubicBezTo>
                  <a:pt x="30221" y="43621"/>
                  <a:pt x="34090" y="47490"/>
                  <a:pt x="38856" y="47490"/>
                </a:cubicBezTo>
                <a:cubicBezTo>
                  <a:pt x="43621" y="47490"/>
                  <a:pt x="47490" y="43621"/>
                  <a:pt x="47490" y="38856"/>
                </a:cubicBezTo>
                <a:close/>
                <a:moveTo>
                  <a:pt x="25904" y="77711"/>
                </a:moveTo>
                <a:cubicBezTo>
                  <a:pt x="30669" y="77711"/>
                  <a:pt x="34538" y="73842"/>
                  <a:pt x="34538" y="69076"/>
                </a:cubicBezTo>
                <a:cubicBezTo>
                  <a:pt x="34538" y="64311"/>
                  <a:pt x="30669" y="60442"/>
                  <a:pt x="25904" y="60442"/>
                </a:cubicBezTo>
                <a:cubicBezTo>
                  <a:pt x="21138" y="60442"/>
                  <a:pt x="17269" y="64311"/>
                  <a:pt x="17269" y="69076"/>
                </a:cubicBezTo>
                <a:cubicBezTo>
                  <a:pt x="17269" y="73842"/>
                  <a:pt x="21138" y="77711"/>
                  <a:pt x="25904" y="77711"/>
                </a:cubicBezTo>
                <a:close/>
                <a:moveTo>
                  <a:pt x="120884" y="69076"/>
                </a:moveTo>
                <a:cubicBezTo>
                  <a:pt x="120884" y="64311"/>
                  <a:pt x="117015" y="60442"/>
                  <a:pt x="112249" y="60442"/>
                </a:cubicBezTo>
                <a:cubicBezTo>
                  <a:pt x="107484" y="60442"/>
                  <a:pt x="103615" y="64311"/>
                  <a:pt x="103615" y="69076"/>
                </a:cubicBezTo>
                <a:cubicBezTo>
                  <a:pt x="103615" y="73842"/>
                  <a:pt x="107484" y="77711"/>
                  <a:pt x="112249" y="77711"/>
                </a:cubicBezTo>
                <a:cubicBezTo>
                  <a:pt x="117015" y="77711"/>
                  <a:pt x="120884" y="73842"/>
                  <a:pt x="120884" y="69076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Text 44">
            <a:extLst>
              <a:ext uri="{FF2B5EF4-FFF2-40B4-BE49-F238E27FC236}">
                <a16:creationId xmlns:a16="http://schemas.microsoft.com/office/drawing/2014/main" id="{A9DC982E-357D-7050-655F-8B482141A100}"/>
              </a:ext>
            </a:extLst>
          </p:cNvPr>
          <p:cNvSpPr/>
          <p:nvPr/>
        </p:nvSpPr>
        <p:spPr>
          <a:xfrm>
            <a:off x="8338844" y="4958910"/>
            <a:ext cx="639877" cy="18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82" name="Text 45">
            <a:extLst>
              <a:ext uri="{FF2B5EF4-FFF2-40B4-BE49-F238E27FC236}">
                <a16:creationId xmlns:a16="http://schemas.microsoft.com/office/drawing/2014/main" id="{60AE8EB8-4811-A57D-918F-F5350BC14B95}"/>
              </a:ext>
            </a:extLst>
          </p:cNvPr>
          <p:cNvSpPr/>
          <p:nvPr/>
        </p:nvSpPr>
        <p:spPr>
          <a:xfrm>
            <a:off x="8097078" y="5200677"/>
            <a:ext cx="3439342" cy="151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代码分割、懒加载、分页、渲染减负</a:t>
            </a:r>
            <a:endParaRPr lang="en-US" sz="1600" dirty="0"/>
          </a:p>
        </p:txBody>
      </p:sp>
      <p:sp>
        <p:nvSpPr>
          <p:cNvPr id="83" name="Shape 46">
            <a:extLst>
              <a:ext uri="{FF2B5EF4-FFF2-40B4-BE49-F238E27FC236}">
                <a16:creationId xmlns:a16="http://schemas.microsoft.com/office/drawing/2014/main" id="{201C3644-D6E7-B678-94DE-BED8CF6925E5}"/>
              </a:ext>
            </a:extLst>
          </p:cNvPr>
          <p:cNvSpPr/>
          <p:nvPr/>
        </p:nvSpPr>
        <p:spPr>
          <a:xfrm>
            <a:off x="7993463" y="5475091"/>
            <a:ext cx="3590425" cy="431159"/>
          </a:xfrm>
          <a:custGeom>
            <a:avLst/>
            <a:gdLst/>
            <a:ahLst/>
            <a:cxnLst/>
            <a:rect l="l" t="t" r="r" b="b"/>
            <a:pathLst>
              <a:path w="3488363" h="621688">
                <a:moveTo>
                  <a:pt x="69076" y="0"/>
                </a:moveTo>
                <a:lnTo>
                  <a:pt x="3419287" y="0"/>
                </a:lnTo>
                <a:cubicBezTo>
                  <a:pt x="3457436" y="0"/>
                  <a:pt x="3488363" y="30926"/>
                  <a:pt x="3488363" y="69076"/>
                </a:cubicBezTo>
                <a:lnTo>
                  <a:pt x="3488363" y="552613"/>
                </a:lnTo>
                <a:cubicBezTo>
                  <a:pt x="3488363" y="590762"/>
                  <a:pt x="3457436" y="621688"/>
                  <a:pt x="3419287" y="621688"/>
                </a:cubicBezTo>
                <a:lnTo>
                  <a:pt x="69076" y="621688"/>
                </a:lnTo>
                <a:cubicBezTo>
                  <a:pt x="30952" y="621688"/>
                  <a:pt x="0" y="590737"/>
                  <a:pt x="0" y="552613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Shape 47">
            <a:extLst>
              <a:ext uri="{FF2B5EF4-FFF2-40B4-BE49-F238E27FC236}">
                <a16:creationId xmlns:a16="http://schemas.microsoft.com/office/drawing/2014/main" id="{4EED747C-0115-6106-6738-A7EE7986446F}"/>
              </a:ext>
            </a:extLst>
          </p:cNvPr>
          <p:cNvSpPr/>
          <p:nvPr/>
        </p:nvSpPr>
        <p:spPr>
          <a:xfrm>
            <a:off x="8114347" y="5498316"/>
            <a:ext cx="142195" cy="1213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76632" y="-351"/>
                </a:moveTo>
                <a:cubicBezTo>
                  <a:pt x="71964" y="-3049"/>
                  <a:pt x="66189" y="-3049"/>
                  <a:pt x="61521" y="-351"/>
                </a:cubicBezTo>
                <a:lnTo>
                  <a:pt x="38802" y="12763"/>
                </a:lnTo>
                <a:cubicBezTo>
                  <a:pt x="34133" y="15461"/>
                  <a:pt x="31246" y="20453"/>
                  <a:pt x="31246" y="25850"/>
                </a:cubicBezTo>
                <a:lnTo>
                  <a:pt x="31246" y="53345"/>
                </a:lnTo>
                <a:lnTo>
                  <a:pt x="7420" y="67107"/>
                </a:lnTo>
                <a:cubicBezTo>
                  <a:pt x="2752" y="69805"/>
                  <a:pt x="-135" y="74797"/>
                  <a:pt x="-135" y="80193"/>
                </a:cubicBezTo>
                <a:lnTo>
                  <a:pt x="-135" y="106448"/>
                </a:lnTo>
                <a:cubicBezTo>
                  <a:pt x="-135" y="111845"/>
                  <a:pt x="2752" y="116836"/>
                  <a:pt x="7420" y="119535"/>
                </a:cubicBezTo>
                <a:lnTo>
                  <a:pt x="30167" y="132648"/>
                </a:lnTo>
                <a:cubicBezTo>
                  <a:pt x="34835" y="135347"/>
                  <a:pt x="40609" y="135347"/>
                  <a:pt x="45277" y="132648"/>
                </a:cubicBezTo>
                <a:lnTo>
                  <a:pt x="69103" y="118887"/>
                </a:lnTo>
                <a:lnTo>
                  <a:pt x="92929" y="132648"/>
                </a:lnTo>
                <a:cubicBezTo>
                  <a:pt x="97598" y="135347"/>
                  <a:pt x="103372" y="135347"/>
                  <a:pt x="108040" y="132648"/>
                </a:cubicBezTo>
                <a:lnTo>
                  <a:pt x="130733" y="119535"/>
                </a:lnTo>
                <a:cubicBezTo>
                  <a:pt x="135401" y="116836"/>
                  <a:pt x="138288" y="111845"/>
                  <a:pt x="138288" y="106448"/>
                </a:cubicBezTo>
                <a:lnTo>
                  <a:pt x="138288" y="80193"/>
                </a:lnTo>
                <a:cubicBezTo>
                  <a:pt x="138288" y="74797"/>
                  <a:pt x="135401" y="69805"/>
                  <a:pt x="130733" y="67107"/>
                </a:cubicBezTo>
                <a:lnTo>
                  <a:pt x="106907" y="53345"/>
                </a:lnTo>
                <a:lnTo>
                  <a:pt x="106907" y="25850"/>
                </a:lnTo>
                <a:cubicBezTo>
                  <a:pt x="106907" y="20453"/>
                  <a:pt x="104019" y="15461"/>
                  <a:pt x="99351" y="12763"/>
                </a:cubicBezTo>
                <a:lnTo>
                  <a:pt x="76632" y="-351"/>
                </a:lnTo>
                <a:close/>
                <a:moveTo>
                  <a:pt x="62601" y="78952"/>
                </a:moveTo>
                <a:lnTo>
                  <a:pt x="62601" y="107689"/>
                </a:lnTo>
                <a:lnTo>
                  <a:pt x="38775" y="121450"/>
                </a:lnTo>
                <a:cubicBezTo>
                  <a:pt x="38451" y="121639"/>
                  <a:pt x="38073" y="121747"/>
                  <a:pt x="37695" y="121747"/>
                </a:cubicBezTo>
                <a:lnTo>
                  <a:pt x="37695" y="93334"/>
                </a:lnTo>
                <a:lnTo>
                  <a:pt x="62601" y="78952"/>
                </a:lnTo>
                <a:close/>
                <a:moveTo>
                  <a:pt x="125039" y="79114"/>
                </a:moveTo>
                <a:cubicBezTo>
                  <a:pt x="125228" y="79438"/>
                  <a:pt x="125336" y="79816"/>
                  <a:pt x="125336" y="80193"/>
                </a:cubicBezTo>
                <a:lnTo>
                  <a:pt x="125336" y="106448"/>
                </a:lnTo>
                <a:cubicBezTo>
                  <a:pt x="125336" y="107230"/>
                  <a:pt x="124931" y="107932"/>
                  <a:pt x="124257" y="108310"/>
                </a:cubicBezTo>
                <a:lnTo>
                  <a:pt x="101510" y="121424"/>
                </a:lnTo>
                <a:cubicBezTo>
                  <a:pt x="101186" y="121612"/>
                  <a:pt x="100808" y="121720"/>
                  <a:pt x="100431" y="121720"/>
                </a:cubicBezTo>
                <a:lnTo>
                  <a:pt x="100431" y="93307"/>
                </a:lnTo>
                <a:lnTo>
                  <a:pt x="125039" y="79114"/>
                </a:lnTo>
                <a:close/>
                <a:moveTo>
                  <a:pt x="93982" y="25850"/>
                </a:moveTo>
                <a:lnTo>
                  <a:pt x="93982" y="53345"/>
                </a:lnTo>
                <a:lnTo>
                  <a:pt x="69076" y="67727"/>
                </a:lnTo>
                <a:lnTo>
                  <a:pt x="69076" y="38990"/>
                </a:lnTo>
                <a:lnTo>
                  <a:pt x="93685" y="24797"/>
                </a:lnTo>
                <a:cubicBezTo>
                  <a:pt x="93874" y="25121"/>
                  <a:pt x="93982" y="25499"/>
                  <a:pt x="93982" y="25877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Text 48">
            <a:extLst>
              <a:ext uri="{FF2B5EF4-FFF2-40B4-BE49-F238E27FC236}">
                <a16:creationId xmlns:a16="http://schemas.microsoft.com/office/drawing/2014/main" id="{15AC1601-800F-B000-4617-0E04D4E9D014}"/>
              </a:ext>
            </a:extLst>
          </p:cNvPr>
          <p:cNvSpPr/>
          <p:nvPr/>
        </p:nvSpPr>
        <p:spPr>
          <a:xfrm>
            <a:off x="8338844" y="5463778"/>
            <a:ext cx="639877" cy="18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组件抽象</a:t>
            </a:r>
            <a:endParaRPr lang="en-US" sz="1600" dirty="0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799A50D2-257F-1501-9485-25E28DF19FC2}"/>
              </a:ext>
            </a:extLst>
          </p:cNvPr>
          <p:cNvSpPr/>
          <p:nvPr/>
        </p:nvSpPr>
        <p:spPr>
          <a:xfrm>
            <a:off x="8097078" y="5705546"/>
            <a:ext cx="3439342" cy="151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列表工厂、查询Hook、共享基座</a:t>
            </a:r>
            <a:endParaRPr lang="en-US" sz="1600" dirty="0"/>
          </a:p>
        </p:txBody>
      </p:sp>
      <p:sp>
        <p:nvSpPr>
          <p:cNvPr id="87" name="Shape 50">
            <a:extLst>
              <a:ext uri="{FF2B5EF4-FFF2-40B4-BE49-F238E27FC236}">
                <a16:creationId xmlns:a16="http://schemas.microsoft.com/office/drawing/2014/main" id="{BC0FB913-037C-1AF4-86A6-97EC7A96275F}"/>
              </a:ext>
            </a:extLst>
          </p:cNvPr>
          <p:cNvSpPr/>
          <p:nvPr/>
        </p:nvSpPr>
        <p:spPr>
          <a:xfrm>
            <a:off x="7996207" y="5979959"/>
            <a:ext cx="3590425" cy="455073"/>
          </a:xfrm>
          <a:custGeom>
            <a:avLst/>
            <a:gdLst/>
            <a:ahLst/>
            <a:cxnLst/>
            <a:rect l="l" t="t" r="r" b="b"/>
            <a:pathLst>
              <a:path w="3488363" h="621688">
                <a:moveTo>
                  <a:pt x="69076" y="0"/>
                </a:moveTo>
                <a:lnTo>
                  <a:pt x="3419287" y="0"/>
                </a:lnTo>
                <a:cubicBezTo>
                  <a:pt x="3457436" y="0"/>
                  <a:pt x="3488363" y="30926"/>
                  <a:pt x="3488363" y="69076"/>
                </a:cubicBezTo>
                <a:lnTo>
                  <a:pt x="3488363" y="552613"/>
                </a:lnTo>
                <a:cubicBezTo>
                  <a:pt x="3488363" y="590762"/>
                  <a:pt x="3457436" y="621688"/>
                  <a:pt x="3419287" y="621688"/>
                </a:cubicBezTo>
                <a:lnTo>
                  <a:pt x="69076" y="621688"/>
                </a:lnTo>
                <a:cubicBezTo>
                  <a:pt x="30952" y="621688"/>
                  <a:pt x="0" y="590737"/>
                  <a:pt x="0" y="552613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" name="Shape 51">
            <a:extLst>
              <a:ext uri="{FF2B5EF4-FFF2-40B4-BE49-F238E27FC236}">
                <a16:creationId xmlns:a16="http://schemas.microsoft.com/office/drawing/2014/main" id="{9FD1499E-4AAF-4684-7693-ABD2988DE219}"/>
              </a:ext>
            </a:extLst>
          </p:cNvPr>
          <p:cNvSpPr/>
          <p:nvPr/>
        </p:nvSpPr>
        <p:spPr>
          <a:xfrm>
            <a:off x="8117091" y="6014498"/>
            <a:ext cx="142195" cy="1213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107527" y="3292"/>
                </a:moveTo>
                <a:lnTo>
                  <a:pt x="83728" y="27091"/>
                </a:lnTo>
                <a:lnTo>
                  <a:pt x="111062" y="54425"/>
                </a:lnTo>
                <a:lnTo>
                  <a:pt x="134861" y="30626"/>
                </a:lnTo>
                <a:cubicBezTo>
                  <a:pt x="136966" y="28494"/>
                  <a:pt x="138153" y="25634"/>
                  <a:pt x="138153" y="22666"/>
                </a:cubicBezTo>
                <a:cubicBezTo>
                  <a:pt x="138153" y="19698"/>
                  <a:pt x="136966" y="16837"/>
                  <a:pt x="134861" y="14706"/>
                </a:cubicBezTo>
                <a:lnTo>
                  <a:pt x="123447" y="3292"/>
                </a:lnTo>
                <a:cubicBezTo>
                  <a:pt x="121316" y="1187"/>
                  <a:pt x="118455" y="0"/>
                  <a:pt x="115487" y="0"/>
                </a:cubicBezTo>
                <a:cubicBezTo>
                  <a:pt x="112519" y="0"/>
                  <a:pt x="109659" y="1187"/>
                  <a:pt x="107527" y="3292"/>
                </a:cubicBezTo>
                <a:close/>
                <a:moveTo>
                  <a:pt x="74581" y="36238"/>
                </a:moveTo>
                <a:lnTo>
                  <a:pt x="3292" y="107527"/>
                </a:lnTo>
                <a:cubicBezTo>
                  <a:pt x="1187" y="109659"/>
                  <a:pt x="0" y="112519"/>
                  <a:pt x="0" y="115487"/>
                </a:cubicBezTo>
                <a:cubicBezTo>
                  <a:pt x="0" y="118455"/>
                  <a:pt x="1187" y="121316"/>
                  <a:pt x="3292" y="123447"/>
                </a:cubicBezTo>
                <a:lnTo>
                  <a:pt x="14706" y="134861"/>
                </a:lnTo>
                <a:cubicBezTo>
                  <a:pt x="16837" y="136966"/>
                  <a:pt x="19698" y="138153"/>
                  <a:pt x="22666" y="138153"/>
                </a:cubicBezTo>
                <a:cubicBezTo>
                  <a:pt x="25634" y="138153"/>
                  <a:pt x="28494" y="136966"/>
                  <a:pt x="30626" y="134861"/>
                </a:cubicBezTo>
                <a:lnTo>
                  <a:pt x="101915" y="63572"/>
                </a:lnTo>
                <a:lnTo>
                  <a:pt x="74581" y="36238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52">
            <a:extLst>
              <a:ext uri="{FF2B5EF4-FFF2-40B4-BE49-F238E27FC236}">
                <a16:creationId xmlns:a16="http://schemas.microsoft.com/office/drawing/2014/main" id="{5DAA0EF4-EBBF-AB05-77BC-FF5D85D794A6}"/>
              </a:ext>
            </a:extLst>
          </p:cNvPr>
          <p:cNvSpPr/>
          <p:nvPr/>
        </p:nvSpPr>
        <p:spPr>
          <a:xfrm>
            <a:off x="8341588" y="5979960"/>
            <a:ext cx="639877" cy="18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动效体系</a:t>
            </a:r>
            <a:endParaRPr lang="en-US" sz="1600" dirty="0"/>
          </a:p>
        </p:txBody>
      </p:sp>
      <p:sp>
        <p:nvSpPr>
          <p:cNvPr id="90" name="Text 53">
            <a:extLst>
              <a:ext uri="{FF2B5EF4-FFF2-40B4-BE49-F238E27FC236}">
                <a16:creationId xmlns:a16="http://schemas.microsoft.com/office/drawing/2014/main" id="{D1E0EB9B-7F39-1026-EB3B-CF9BFFD274C6}"/>
              </a:ext>
            </a:extLst>
          </p:cNvPr>
          <p:cNvSpPr/>
          <p:nvPr/>
        </p:nvSpPr>
        <p:spPr>
          <a:xfrm>
            <a:off x="8099822" y="6221728"/>
            <a:ext cx="3439342" cy="151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统一入口、统一节奏、统一回退</a:t>
            </a:r>
            <a:endParaRPr 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CBDD14A-1426-2FBD-C235-8A6EC19DF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584" y="1021339"/>
            <a:ext cx="4899082" cy="56621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753" y="322753"/>
            <a:ext cx="64551" cy="322753"/>
          </a:xfrm>
          <a:custGeom>
            <a:avLst/>
            <a:gdLst/>
            <a:ahLst/>
            <a:cxnLst/>
            <a:rect l="l" t="t" r="r" b="b"/>
            <a:pathLst>
              <a:path w="64551" h="322753">
                <a:moveTo>
                  <a:pt x="32275" y="0"/>
                </a:moveTo>
                <a:lnTo>
                  <a:pt x="32275" y="0"/>
                </a:lnTo>
                <a:cubicBezTo>
                  <a:pt x="50089" y="0"/>
                  <a:pt x="64551" y="14462"/>
                  <a:pt x="64551" y="32275"/>
                </a:cubicBezTo>
                <a:lnTo>
                  <a:pt x="64551" y="290478"/>
                </a:lnTo>
                <a:cubicBezTo>
                  <a:pt x="64551" y="308303"/>
                  <a:pt x="50100" y="322753"/>
                  <a:pt x="32275" y="322753"/>
                </a:cubicBezTo>
                <a:lnTo>
                  <a:pt x="32275" y="322753"/>
                </a:lnTo>
                <a:cubicBezTo>
                  <a:pt x="14450" y="322753"/>
                  <a:pt x="0" y="308303"/>
                  <a:pt x="0" y="290478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4130" y="322753"/>
            <a:ext cx="2178584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移动端架构设计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130" y="710057"/>
            <a:ext cx="11457737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MOBILE ARCHITECTURE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981" y="1068313"/>
            <a:ext cx="6961785" cy="5460983"/>
          </a:xfrm>
          <a:custGeom>
            <a:avLst/>
            <a:gdLst/>
            <a:ahLst/>
            <a:cxnLst/>
            <a:rect l="l" t="t" r="r" b="b"/>
            <a:pathLst>
              <a:path w="6961785" h="5460983">
                <a:moveTo>
                  <a:pt x="96823" y="0"/>
                </a:moveTo>
                <a:lnTo>
                  <a:pt x="6864962" y="0"/>
                </a:lnTo>
                <a:cubicBezTo>
                  <a:pt x="6918436" y="0"/>
                  <a:pt x="6961785" y="43349"/>
                  <a:pt x="6961785" y="96823"/>
                </a:cubicBezTo>
                <a:lnTo>
                  <a:pt x="6961785" y="5364160"/>
                </a:lnTo>
                <a:cubicBezTo>
                  <a:pt x="6961785" y="5417634"/>
                  <a:pt x="6918436" y="5460983"/>
                  <a:pt x="6864962" y="5460983"/>
                </a:cubicBezTo>
                <a:lnTo>
                  <a:pt x="96823" y="5460983"/>
                </a:lnTo>
                <a:cubicBezTo>
                  <a:pt x="43349" y="5460983"/>
                  <a:pt x="0" y="5417634"/>
                  <a:pt x="0" y="5364160"/>
                </a:cubicBezTo>
                <a:lnTo>
                  <a:pt x="0" y="96823"/>
                </a:lnTo>
                <a:cubicBezTo>
                  <a:pt x="0" y="43349"/>
                  <a:pt x="43349" y="0"/>
                  <a:pt x="9682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48413" dist="322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449949" y="1065085"/>
            <a:ext cx="4421718" cy="2614300"/>
          </a:xfrm>
          <a:custGeom>
            <a:avLst/>
            <a:gdLst/>
            <a:ahLst/>
            <a:cxnLst/>
            <a:rect l="l" t="t" r="r" b="b"/>
            <a:pathLst>
              <a:path w="4421718" h="2614300">
                <a:moveTo>
                  <a:pt x="96834" y="0"/>
                </a:moveTo>
                <a:lnTo>
                  <a:pt x="4324884" y="0"/>
                </a:lnTo>
                <a:cubicBezTo>
                  <a:pt x="4378364" y="0"/>
                  <a:pt x="4421718" y="43354"/>
                  <a:pt x="4421718" y="96834"/>
                </a:cubicBezTo>
                <a:lnTo>
                  <a:pt x="4421718" y="2517467"/>
                </a:lnTo>
                <a:cubicBezTo>
                  <a:pt x="4421718" y="2570947"/>
                  <a:pt x="4378364" y="2614300"/>
                  <a:pt x="4324884" y="2614300"/>
                </a:cubicBezTo>
                <a:lnTo>
                  <a:pt x="96834" y="2614300"/>
                </a:lnTo>
                <a:cubicBezTo>
                  <a:pt x="43354" y="2614300"/>
                  <a:pt x="0" y="2570947"/>
                  <a:pt x="0" y="2517467"/>
                </a:cubicBezTo>
                <a:lnTo>
                  <a:pt x="0" y="96834"/>
                </a:lnTo>
                <a:cubicBezTo>
                  <a:pt x="0" y="43354"/>
                  <a:pt x="43354" y="0"/>
                  <a:pt x="96834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21032" dist="8068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7631498" y="1258737"/>
            <a:ext cx="161377" cy="161377"/>
          </a:xfrm>
          <a:custGeom>
            <a:avLst/>
            <a:gdLst/>
            <a:ahLst/>
            <a:cxnLst/>
            <a:rect l="l" t="t" r="r" b="b"/>
            <a:pathLst>
              <a:path w="161377" h="161377">
                <a:moveTo>
                  <a:pt x="70602" y="0"/>
                </a:moveTo>
                <a:cubicBezTo>
                  <a:pt x="81728" y="0"/>
                  <a:pt x="90774" y="6777"/>
                  <a:pt x="90774" y="15129"/>
                </a:cubicBezTo>
                <a:cubicBezTo>
                  <a:pt x="90774" y="18407"/>
                  <a:pt x="89387" y="21433"/>
                  <a:pt x="86992" y="23923"/>
                </a:cubicBezTo>
                <a:cubicBezTo>
                  <a:pt x="84912" y="26098"/>
                  <a:pt x="83210" y="28745"/>
                  <a:pt x="83210" y="31771"/>
                </a:cubicBezTo>
                <a:cubicBezTo>
                  <a:pt x="83210" y="36499"/>
                  <a:pt x="87055" y="40344"/>
                  <a:pt x="91783" y="40344"/>
                </a:cubicBezTo>
                <a:lnTo>
                  <a:pt x="105903" y="40344"/>
                </a:lnTo>
                <a:cubicBezTo>
                  <a:pt x="114256" y="40344"/>
                  <a:pt x="121032" y="47121"/>
                  <a:pt x="121032" y="55473"/>
                </a:cubicBezTo>
                <a:lnTo>
                  <a:pt x="121032" y="69594"/>
                </a:lnTo>
                <a:cubicBezTo>
                  <a:pt x="121032" y="74321"/>
                  <a:pt x="124878" y="78167"/>
                  <a:pt x="129606" y="78167"/>
                </a:cubicBezTo>
                <a:cubicBezTo>
                  <a:pt x="132600" y="78167"/>
                  <a:pt x="135279" y="76465"/>
                  <a:pt x="137454" y="74385"/>
                </a:cubicBezTo>
                <a:cubicBezTo>
                  <a:pt x="139944" y="72021"/>
                  <a:pt x="142970" y="70602"/>
                  <a:pt x="146248" y="70602"/>
                </a:cubicBezTo>
                <a:cubicBezTo>
                  <a:pt x="154600" y="70602"/>
                  <a:pt x="161377" y="79648"/>
                  <a:pt x="161377" y="90774"/>
                </a:cubicBezTo>
                <a:cubicBezTo>
                  <a:pt x="161377" y="101900"/>
                  <a:pt x="154600" y="110946"/>
                  <a:pt x="146248" y="110946"/>
                </a:cubicBezTo>
                <a:cubicBezTo>
                  <a:pt x="142970" y="110946"/>
                  <a:pt x="139912" y="109560"/>
                  <a:pt x="137454" y="107164"/>
                </a:cubicBezTo>
                <a:cubicBezTo>
                  <a:pt x="135279" y="105084"/>
                  <a:pt x="132631" y="103382"/>
                  <a:pt x="129606" y="103382"/>
                </a:cubicBezTo>
                <a:cubicBezTo>
                  <a:pt x="124878" y="103382"/>
                  <a:pt x="121032" y="107227"/>
                  <a:pt x="121032" y="111955"/>
                </a:cubicBezTo>
                <a:lnTo>
                  <a:pt x="121032" y="146248"/>
                </a:lnTo>
                <a:cubicBezTo>
                  <a:pt x="121032" y="154600"/>
                  <a:pt x="114256" y="161377"/>
                  <a:pt x="105903" y="161377"/>
                </a:cubicBezTo>
                <a:lnTo>
                  <a:pt x="88001" y="161377"/>
                </a:lnTo>
                <a:cubicBezTo>
                  <a:pt x="83966" y="161377"/>
                  <a:pt x="80688" y="158099"/>
                  <a:pt x="80688" y="154064"/>
                </a:cubicBezTo>
                <a:cubicBezTo>
                  <a:pt x="80688" y="151164"/>
                  <a:pt x="82516" y="148611"/>
                  <a:pt x="84849" y="146878"/>
                </a:cubicBezTo>
                <a:cubicBezTo>
                  <a:pt x="88505" y="144136"/>
                  <a:pt x="90774" y="140353"/>
                  <a:pt x="90774" y="136161"/>
                </a:cubicBezTo>
                <a:cubicBezTo>
                  <a:pt x="90774" y="127809"/>
                  <a:pt x="81728" y="121032"/>
                  <a:pt x="70602" y="121032"/>
                </a:cubicBezTo>
                <a:cubicBezTo>
                  <a:pt x="59476" y="121032"/>
                  <a:pt x="50430" y="127809"/>
                  <a:pt x="50430" y="136161"/>
                </a:cubicBezTo>
                <a:cubicBezTo>
                  <a:pt x="50430" y="140353"/>
                  <a:pt x="52700" y="144136"/>
                  <a:pt x="56356" y="146878"/>
                </a:cubicBezTo>
                <a:cubicBezTo>
                  <a:pt x="58688" y="148611"/>
                  <a:pt x="60516" y="151133"/>
                  <a:pt x="60516" y="154064"/>
                </a:cubicBezTo>
                <a:cubicBezTo>
                  <a:pt x="60516" y="158099"/>
                  <a:pt x="57238" y="161377"/>
                  <a:pt x="53204" y="161377"/>
                </a:cubicBezTo>
                <a:lnTo>
                  <a:pt x="15129" y="161377"/>
                </a:lnTo>
                <a:cubicBezTo>
                  <a:pt x="6777" y="161377"/>
                  <a:pt x="0" y="154600"/>
                  <a:pt x="0" y="146248"/>
                </a:cubicBezTo>
                <a:lnTo>
                  <a:pt x="0" y="108173"/>
                </a:lnTo>
                <a:cubicBezTo>
                  <a:pt x="0" y="104138"/>
                  <a:pt x="3278" y="100860"/>
                  <a:pt x="7312" y="100860"/>
                </a:cubicBezTo>
                <a:cubicBezTo>
                  <a:pt x="10212" y="100860"/>
                  <a:pt x="12765" y="102688"/>
                  <a:pt x="14499" y="105021"/>
                </a:cubicBezTo>
                <a:cubicBezTo>
                  <a:pt x="17241" y="108677"/>
                  <a:pt x="21023" y="110946"/>
                  <a:pt x="25215" y="110946"/>
                </a:cubicBezTo>
                <a:cubicBezTo>
                  <a:pt x="33568" y="110946"/>
                  <a:pt x="40344" y="101900"/>
                  <a:pt x="40344" y="90774"/>
                </a:cubicBezTo>
                <a:cubicBezTo>
                  <a:pt x="40344" y="79648"/>
                  <a:pt x="33568" y="70602"/>
                  <a:pt x="25215" y="70602"/>
                </a:cubicBezTo>
                <a:cubicBezTo>
                  <a:pt x="21023" y="70602"/>
                  <a:pt x="17241" y="72872"/>
                  <a:pt x="14499" y="76528"/>
                </a:cubicBezTo>
                <a:cubicBezTo>
                  <a:pt x="12765" y="78860"/>
                  <a:pt x="10244" y="80688"/>
                  <a:pt x="7312" y="80688"/>
                </a:cubicBezTo>
                <a:cubicBezTo>
                  <a:pt x="3278" y="80688"/>
                  <a:pt x="0" y="77410"/>
                  <a:pt x="0" y="73376"/>
                </a:cubicBezTo>
                <a:lnTo>
                  <a:pt x="0" y="55473"/>
                </a:lnTo>
                <a:cubicBezTo>
                  <a:pt x="0" y="47121"/>
                  <a:pt x="6777" y="40344"/>
                  <a:pt x="15129" y="40344"/>
                </a:cubicBezTo>
                <a:lnTo>
                  <a:pt x="49422" y="40344"/>
                </a:lnTo>
                <a:cubicBezTo>
                  <a:pt x="54149" y="40344"/>
                  <a:pt x="57995" y="36499"/>
                  <a:pt x="57995" y="31771"/>
                </a:cubicBezTo>
                <a:cubicBezTo>
                  <a:pt x="57995" y="28777"/>
                  <a:pt x="56293" y="26098"/>
                  <a:pt x="54212" y="23923"/>
                </a:cubicBezTo>
                <a:cubicBezTo>
                  <a:pt x="51849" y="21433"/>
                  <a:pt x="50430" y="18407"/>
                  <a:pt x="50430" y="15129"/>
                </a:cubicBezTo>
                <a:cubicBezTo>
                  <a:pt x="50430" y="6777"/>
                  <a:pt x="59476" y="0"/>
                  <a:pt x="70602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813047" y="1226462"/>
            <a:ext cx="3977932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1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Card组件类型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11326" y="1581490"/>
            <a:ext cx="4098965" cy="580956"/>
          </a:xfrm>
          <a:custGeom>
            <a:avLst/>
            <a:gdLst/>
            <a:ahLst/>
            <a:cxnLst/>
            <a:rect l="l" t="t" r="r" b="b"/>
            <a:pathLst>
              <a:path w="4098965" h="580956">
                <a:moveTo>
                  <a:pt x="64550" y="0"/>
                </a:moveTo>
                <a:lnTo>
                  <a:pt x="4034415" y="0"/>
                </a:lnTo>
                <a:cubicBezTo>
                  <a:pt x="4070065" y="0"/>
                  <a:pt x="4098965" y="28900"/>
                  <a:pt x="4098965" y="64550"/>
                </a:cubicBezTo>
                <a:lnTo>
                  <a:pt x="4098965" y="516406"/>
                </a:lnTo>
                <a:cubicBezTo>
                  <a:pt x="4098965" y="552056"/>
                  <a:pt x="4070065" y="580956"/>
                  <a:pt x="4034415" y="580956"/>
                </a:cubicBezTo>
                <a:lnTo>
                  <a:pt x="64550" y="580956"/>
                </a:lnTo>
                <a:cubicBezTo>
                  <a:pt x="28900" y="580956"/>
                  <a:pt x="0" y="552056"/>
                  <a:pt x="0" y="516406"/>
                </a:cubicBezTo>
                <a:lnTo>
                  <a:pt x="0" y="64550"/>
                </a:lnTo>
                <a:cubicBezTo>
                  <a:pt x="0" y="28924"/>
                  <a:pt x="28924" y="0"/>
                  <a:pt x="645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7740427" y="1710592"/>
            <a:ext cx="96826" cy="129101"/>
          </a:xfrm>
          <a:custGeom>
            <a:avLst/>
            <a:gdLst/>
            <a:ahLst/>
            <a:cxnLst/>
            <a:rect l="l" t="t" r="r" b="b"/>
            <a:pathLst>
              <a:path w="96826" h="129101">
                <a:moveTo>
                  <a:pt x="3530" y="555"/>
                </a:moveTo>
                <a:cubicBezTo>
                  <a:pt x="5673" y="-429"/>
                  <a:pt x="8195" y="-76"/>
                  <a:pt x="9985" y="1462"/>
                </a:cubicBezTo>
                <a:lnTo>
                  <a:pt x="20172" y="10187"/>
                </a:lnTo>
                <a:lnTo>
                  <a:pt x="30359" y="1462"/>
                </a:lnTo>
                <a:cubicBezTo>
                  <a:pt x="32628" y="-479"/>
                  <a:pt x="35982" y="-479"/>
                  <a:pt x="38226" y="1462"/>
                </a:cubicBezTo>
                <a:lnTo>
                  <a:pt x="48413" y="10187"/>
                </a:lnTo>
                <a:lnTo>
                  <a:pt x="58600" y="1462"/>
                </a:lnTo>
                <a:cubicBezTo>
                  <a:pt x="60869" y="-479"/>
                  <a:pt x="64198" y="-479"/>
                  <a:pt x="66467" y="1462"/>
                </a:cubicBezTo>
                <a:lnTo>
                  <a:pt x="76654" y="10187"/>
                </a:lnTo>
                <a:lnTo>
                  <a:pt x="86841" y="1462"/>
                </a:lnTo>
                <a:cubicBezTo>
                  <a:pt x="88631" y="-76"/>
                  <a:pt x="91153" y="-429"/>
                  <a:pt x="93296" y="555"/>
                </a:cubicBezTo>
                <a:cubicBezTo>
                  <a:pt x="95439" y="1538"/>
                  <a:pt x="96826" y="3681"/>
                  <a:pt x="96826" y="6052"/>
                </a:cubicBezTo>
                <a:lnTo>
                  <a:pt x="96826" y="123050"/>
                </a:lnTo>
                <a:cubicBezTo>
                  <a:pt x="96826" y="125420"/>
                  <a:pt x="95439" y="127563"/>
                  <a:pt x="93296" y="128547"/>
                </a:cubicBezTo>
                <a:cubicBezTo>
                  <a:pt x="91153" y="129530"/>
                  <a:pt x="88631" y="129177"/>
                  <a:pt x="86841" y="127639"/>
                </a:cubicBezTo>
                <a:lnTo>
                  <a:pt x="76654" y="118914"/>
                </a:lnTo>
                <a:lnTo>
                  <a:pt x="66467" y="127639"/>
                </a:lnTo>
                <a:cubicBezTo>
                  <a:pt x="64198" y="129580"/>
                  <a:pt x="60869" y="129580"/>
                  <a:pt x="58600" y="127639"/>
                </a:cubicBezTo>
                <a:lnTo>
                  <a:pt x="48413" y="118914"/>
                </a:lnTo>
                <a:lnTo>
                  <a:pt x="38226" y="127639"/>
                </a:lnTo>
                <a:cubicBezTo>
                  <a:pt x="35957" y="129580"/>
                  <a:pt x="32603" y="129580"/>
                  <a:pt x="30359" y="127639"/>
                </a:cubicBezTo>
                <a:lnTo>
                  <a:pt x="20172" y="118914"/>
                </a:lnTo>
                <a:lnTo>
                  <a:pt x="9985" y="127639"/>
                </a:lnTo>
                <a:cubicBezTo>
                  <a:pt x="8195" y="129177"/>
                  <a:pt x="5673" y="129530"/>
                  <a:pt x="3530" y="128547"/>
                </a:cubicBezTo>
                <a:cubicBezTo>
                  <a:pt x="1387" y="127563"/>
                  <a:pt x="0" y="125420"/>
                  <a:pt x="0" y="123050"/>
                </a:cubicBezTo>
                <a:lnTo>
                  <a:pt x="0" y="6052"/>
                </a:lnTo>
                <a:cubicBezTo>
                  <a:pt x="0" y="3681"/>
                  <a:pt x="1387" y="1538"/>
                  <a:pt x="3530" y="555"/>
                </a:cubicBezTo>
                <a:close/>
                <a:moveTo>
                  <a:pt x="26224" y="34293"/>
                </a:moveTo>
                <a:cubicBezTo>
                  <a:pt x="22870" y="34293"/>
                  <a:pt x="20172" y="36991"/>
                  <a:pt x="20172" y="40344"/>
                </a:cubicBezTo>
                <a:cubicBezTo>
                  <a:pt x="20172" y="43698"/>
                  <a:pt x="22870" y="46396"/>
                  <a:pt x="26224" y="46396"/>
                </a:cubicBezTo>
                <a:lnTo>
                  <a:pt x="70602" y="46396"/>
                </a:lnTo>
                <a:cubicBezTo>
                  <a:pt x="73956" y="46396"/>
                  <a:pt x="76654" y="43698"/>
                  <a:pt x="76654" y="40344"/>
                </a:cubicBezTo>
                <a:cubicBezTo>
                  <a:pt x="76654" y="36991"/>
                  <a:pt x="73956" y="34293"/>
                  <a:pt x="70602" y="34293"/>
                </a:cubicBezTo>
                <a:lnTo>
                  <a:pt x="26224" y="34293"/>
                </a:lnTo>
                <a:close/>
                <a:moveTo>
                  <a:pt x="20172" y="88757"/>
                </a:moveTo>
                <a:cubicBezTo>
                  <a:pt x="20172" y="92111"/>
                  <a:pt x="22870" y="94809"/>
                  <a:pt x="26224" y="94809"/>
                </a:cubicBezTo>
                <a:lnTo>
                  <a:pt x="70602" y="94809"/>
                </a:lnTo>
                <a:cubicBezTo>
                  <a:pt x="73956" y="94809"/>
                  <a:pt x="76654" y="92111"/>
                  <a:pt x="76654" y="88757"/>
                </a:cubicBezTo>
                <a:cubicBezTo>
                  <a:pt x="76654" y="85404"/>
                  <a:pt x="73956" y="82705"/>
                  <a:pt x="70602" y="82705"/>
                </a:cubicBezTo>
                <a:lnTo>
                  <a:pt x="26224" y="82705"/>
                </a:lnTo>
                <a:cubicBezTo>
                  <a:pt x="22870" y="82705"/>
                  <a:pt x="20172" y="85404"/>
                  <a:pt x="20172" y="88757"/>
                </a:cubicBezTo>
                <a:close/>
                <a:moveTo>
                  <a:pt x="26224" y="58499"/>
                </a:moveTo>
                <a:cubicBezTo>
                  <a:pt x="22870" y="58499"/>
                  <a:pt x="20172" y="61197"/>
                  <a:pt x="20172" y="64551"/>
                </a:cubicBezTo>
                <a:cubicBezTo>
                  <a:pt x="20172" y="67904"/>
                  <a:pt x="22870" y="70602"/>
                  <a:pt x="26224" y="70602"/>
                </a:cubicBezTo>
                <a:lnTo>
                  <a:pt x="70602" y="70602"/>
                </a:lnTo>
                <a:cubicBezTo>
                  <a:pt x="73956" y="70602"/>
                  <a:pt x="76654" y="67904"/>
                  <a:pt x="76654" y="64551"/>
                </a:cubicBezTo>
                <a:cubicBezTo>
                  <a:pt x="76654" y="61197"/>
                  <a:pt x="73956" y="58499"/>
                  <a:pt x="70602" y="58499"/>
                </a:cubicBezTo>
                <a:lnTo>
                  <a:pt x="26224" y="58499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934079" y="1678316"/>
            <a:ext cx="1358202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OrderCard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08152" y="1904244"/>
            <a:ext cx="3961795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订单卡片,展示订单状态、金额、时间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611326" y="2259272"/>
            <a:ext cx="4098965" cy="580956"/>
          </a:xfrm>
          <a:custGeom>
            <a:avLst/>
            <a:gdLst/>
            <a:ahLst/>
            <a:cxnLst/>
            <a:rect l="l" t="t" r="r" b="b"/>
            <a:pathLst>
              <a:path w="4098965" h="580956">
                <a:moveTo>
                  <a:pt x="64550" y="0"/>
                </a:moveTo>
                <a:lnTo>
                  <a:pt x="4034415" y="0"/>
                </a:lnTo>
                <a:cubicBezTo>
                  <a:pt x="4070065" y="0"/>
                  <a:pt x="4098965" y="28900"/>
                  <a:pt x="4098965" y="64550"/>
                </a:cubicBezTo>
                <a:lnTo>
                  <a:pt x="4098965" y="516406"/>
                </a:lnTo>
                <a:cubicBezTo>
                  <a:pt x="4098965" y="552056"/>
                  <a:pt x="4070065" y="580956"/>
                  <a:pt x="4034415" y="580956"/>
                </a:cubicBezTo>
                <a:lnTo>
                  <a:pt x="64550" y="580956"/>
                </a:lnTo>
                <a:cubicBezTo>
                  <a:pt x="28900" y="580956"/>
                  <a:pt x="0" y="552056"/>
                  <a:pt x="0" y="516406"/>
                </a:cubicBezTo>
                <a:lnTo>
                  <a:pt x="0" y="64550"/>
                </a:lnTo>
                <a:cubicBezTo>
                  <a:pt x="0" y="28924"/>
                  <a:pt x="28924" y="0"/>
                  <a:pt x="645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7724290" y="2388373"/>
            <a:ext cx="129101" cy="129101"/>
          </a:xfrm>
          <a:custGeom>
            <a:avLst/>
            <a:gdLst/>
            <a:ahLst/>
            <a:cxnLst/>
            <a:rect l="l" t="t" r="r" b="b"/>
            <a:pathLst>
              <a:path w="129101" h="129101">
                <a:moveTo>
                  <a:pt x="4034" y="6052"/>
                </a:moveTo>
                <a:cubicBezTo>
                  <a:pt x="4034" y="2698"/>
                  <a:pt x="6732" y="0"/>
                  <a:pt x="10086" y="0"/>
                </a:cubicBezTo>
                <a:lnTo>
                  <a:pt x="119015" y="0"/>
                </a:lnTo>
                <a:cubicBezTo>
                  <a:pt x="122369" y="0"/>
                  <a:pt x="125067" y="2698"/>
                  <a:pt x="125067" y="6052"/>
                </a:cubicBezTo>
                <a:cubicBezTo>
                  <a:pt x="125067" y="9405"/>
                  <a:pt x="122369" y="12103"/>
                  <a:pt x="119015" y="12103"/>
                </a:cubicBezTo>
                <a:lnTo>
                  <a:pt x="116998" y="12103"/>
                </a:lnTo>
                <a:lnTo>
                  <a:pt x="116998" y="116998"/>
                </a:lnTo>
                <a:lnTo>
                  <a:pt x="119015" y="116998"/>
                </a:lnTo>
                <a:cubicBezTo>
                  <a:pt x="122369" y="116998"/>
                  <a:pt x="125067" y="119696"/>
                  <a:pt x="125067" y="123050"/>
                </a:cubicBezTo>
                <a:cubicBezTo>
                  <a:pt x="125067" y="126403"/>
                  <a:pt x="122369" y="129101"/>
                  <a:pt x="119015" y="129101"/>
                </a:cubicBezTo>
                <a:lnTo>
                  <a:pt x="10086" y="129101"/>
                </a:lnTo>
                <a:cubicBezTo>
                  <a:pt x="6732" y="129101"/>
                  <a:pt x="4034" y="126403"/>
                  <a:pt x="4034" y="123050"/>
                </a:cubicBezTo>
                <a:cubicBezTo>
                  <a:pt x="4034" y="119696"/>
                  <a:pt x="6732" y="116998"/>
                  <a:pt x="10086" y="116998"/>
                </a:cubicBezTo>
                <a:lnTo>
                  <a:pt x="12103" y="116998"/>
                </a:lnTo>
                <a:lnTo>
                  <a:pt x="12103" y="12103"/>
                </a:lnTo>
                <a:lnTo>
                  <a:pt x="10086" y="12103"/>
                </a:lnTo>
                <a:cubicBezTo>
                  <a:pt x="6732" y="12103"/>
                  <a:pt x="4034" y="9405"/>
                  <a:pt x="4034" y="6052"/>
                </a:cubicBezTo>
                <a:close/>
                <a:moveTo>
                  <a:pt x="56482" y="28241"/>
                </a:moveTo>
                <a:lnTo>
                  <a:pt x="56482" y="36310"/>
                </a:lnTo>
                <a:cubicBezTo>
                  <a:pt x="56482" y="38529"/>
                  <a:pt x="58297" y="40344"/>
                  <a:pt x="60516" y="40344"/>
                </a:cubicBezTo>
                <a:lnTo>
                  <a:pt x="68585" y="40344"/>
                </a:lnTo>
                <a:cubicBezTo>
                  <a:pt x="70804" y="40344"/>
                  <a:pt x="72619" y="38529"/>
                  <a:pt x="72619" y="36310"/>
                </a:cubicBezTo>
                <a:lnTo>
                  <a:pt x="72619" y="28241"/>
                </a:lnTo>
                <a:cubicBezTo>
                  <a:pt x="72619" y="26022"/>
                  <a:pt x="70804" y="24206"/>
                  <a:pt x="68585" y="24206"/>
                </a:cubicBezTo>
                <a:lnTo>
                  <a:pt x="60516" y="24206"/>
                </a:lnTo>
                <a:cubicBezTo>
                  <a:pt x="58297" y="24206"/>
                  <a:pt x="56482" y="26022"/>
                  <a:pt x="56482" y="28241"/>
                </a:cubicBezTo>
                <a:close/>
                <a:moveTo>
                  <a:pt x="32275" y="24206"/>
                </a:moveTo>
                <a:cubicBezTo>
                  <a:pt x="30056" y="24206"/>
                  <a:pt x="28241" y="26022"/>
                  <a:pt x="28241" y="28241"/>
                </a:cubicBezTo>
                <a:lnTo>
                  <a:pt x="28241" y="36310"/>
                </a:lnTo>
                <a:cubicBezTo>
                  <a:pt x="28241" y="38529"/>
                  <a:pt x="30056" y="40344"/>
                  <a:pt x="32275" y="40344"/>
                </a:cubicBezTo>
                <a:lnTo>
                  <a:pt x="40344" y="40344"/>
                </a:lnTo>
                <a:cubicBezTo>
                  <a:pt x="42563" y="40344"/>
                  <a:pt x="44379" y="38529"/>
                  <a:pt x="44379" y="36310"/>
                </a:cubicBezTo>
                <a:lnTo>
                  <a:pt x="44379" y="28241"/>
                </a:lnTo>
                <a:cubicBezTo>
                  <a:pt x="44379" y="26022"/>
                  <a:pt x="42563" y="24206"/>
                  <a:pt x="40344" y="24206"/>
                </a:cubicBezTo>
                <a:lnTo>
                  <a:pt x="32275" y="24206"/>
                </a:lnTo>
                <a:close/>
                <a:moveTo>
                  <a:pt x="56482" y="52447"/>
                </a:moveTo>
                <a:lnTo>
                  <a:pt x="56482" y="60516"/>
                </a:lnTo>
                <a:cubicBezTo>
                  <a:pt x="56482" y="62735"/>
                  <a:pt x="58297" y="64551"/>
                  <a:pt x="60516" y="64551"/>
                </a:cubicBezTo>
                <a:lnTo>
                  <a:pt x="68585" y="64551"/>
                </a:lnTo>
                <a:cubicBezTo>
                  <a:pt x="70804" y="64551"/>
                  <a:pt x="72619" y="62735"/>
                  <a:pt x="72619" y="60516"/>
                </a:cubicBezTo>
                <a:lnTo>
                  <a:pt x="72619" y="52447"/>
                </a:lnTo>
                <a:cubicBezTo>
                  <a:pt x="72619" y="50228"/>
                  <a:pt x="70804" y="48413"/>
                  <a:pt x="68585" y="48413"/>
                </a:cubicBezTo>
                <a:lnTo>
                  <a:pt x="60516" y="48413"/>
                </a:lnTo>
                <a:cubicBezTo>
                  <a:pt x="58297" y="48413"/>
                  <a:pt x="56482" y="50228"/>
                  <a:pt x="56482" y="52447"/>
                </a:cubicBezTo>
                <a:close/>
                <a:moveTo>
                  <a:pt x="88757" y="24206"/>
                </a:moveTo>
                <a:cubicBezTo>
                  <a:pt x="86538" y="24206"/>
                  <a:pt x="84723" y="26022"/>
                  <a:pt x="84723" y="28241"/>
                </a:cubicBezTo>
                <a:lnTo>
                  <a:pt x="84723" y="36310"/>
                </a:lnTo>
                <a:cubicBezTo>
                  <a:pt x="84723" y="38529"/>
                  <a:pt x="86538" y="40344"/>
                  <a:pt x="88757" y="40344"/>
                </a:cubicBezTo>
                <a:lnTo>
                  <a:pt x="96826" y="40344"/>
                </a:lnTo>
                <a:cubicBezTo>
                  <a:pt x="99045" y="40344"/>
                  <a:pt x="100860" y="38529"/>
                  <a:pt x="100860" y="36310"/>
                </a:cubicBezTo>
                <a:lnTo>
                  <a:pt x="100860" y="28241"/>
                </a:lnTo>
                <a:cubicBezTo>
                  <a:pt x="100860" y="26022"/>
                  <a:pt x="99045" y="24206"/>
                  <a:pt x="96826" y="24206"/>
                </a:cubicBezTo>
                <a:lnTo>
                  <a:pt x="88757" y="24206"/>
                </a:lnTo>
                <a:close/>
                <a:moveTo>
                  <a:pt x="28241" y="52447"/>
                </a:moveTo>
                <a:lnTo>
                  <a:pt x="28241" y="60516"/>
                </a:lnTo>
                <a:cubicBezTo>
                  <a:pt x="28241" y="62735"/>
                  <a:pt x="30056" y="64551"/>
                  <a:pt x="32275" y="64551"/>
                </a:cubicBezTo>
                <a:lnTo>
                  <a:pt x="40344" y="64551"/>
                </a:lnTo>
                <a:cubicBezTo>
                  <a:pt x="42563" y="64551"/>
                  <a:pt x="44379" y="62735"/>
                  <a:pt x="44379" y="60516"/>
                </a:cubicBezTo>
                <a:lnTo>
                  <a:pt x="44379" y="52447"/>
                </a:lnTo>
                <a:cubicBezTo>
                  <a:pt x="44379" y="50228"/>
                  <a:pt x="42563" y="48413"/>
                  <a:pt x="40344" y="48413"/>
                </a:cubicBezTo>
                <a:lnTo>
                  <a:pt x="32275" y="48413"/>
                </a:lnTo>
                <a:cubicBezTo>
                  <a:pt x="30056" y="48413"/>
                  <a:pt x="28241" y="50228"/>
                  <a:pt x="28241" y="52447"/>
                </a:cubicBezTo>
                <a:close/>
                <a:moveTo>
                  <a:pt x="88757" y="48413"/>
                </a:moveTo>
                <a:cubicBezTo>
                  <a:pt x="86538" y="48413"/>
                  <a:pt x="84723" y="50228"/>
                  <a:pt x="84723" y="52447"/>
                </a:cubicBezTo>
                <a:lnTo>
                  <a:pt x="84723" y="60516"/>
                </a:lnTo>
                <a:cubicBezTo>
                  <a:pt x="84723" y="62735"/>
                  <a:pt x="86538" y="64551"/>
                  <a:pt x="88757" y="64551"/>
                </a:cubicBezTo>
                <a:lnTo>
                  <a:pt x="96826" y="64551"/>
                </a:lnTo>
                <a:cubicBezTo>
                  <a:pt x="99045" y="64551"/>
                  <a:pt x="100860" y="62735"/>
                  <a:pt x="100860" y="60516"/>
                </a:cubicBezTo>
                <a:lnTo>
                  <a:pt x="100860" y="52447"/>
                </a:lnTo>
                <a:cubicBezTo>
                  <a:pt x="100860" y="50228"/>
                  <a:pt x="99045" y="48413"/>
                  <a:pt x="96826" y="48413"/>
                </a:cubicBezTo>
                <a:lnTo>
                  <a:pt x="88757" y="48413"/>
                </a:lnTo>
                <a:close/>
                <a:moveTo>
                  <a:pt x="72619" y="96826"/>
                </a:moveTo>
                <a:lnTo>
                  <a:pt x="83664" y="96826"/>
                </a:lnTo>
                <a:cubicBezTo>
                  <a:pt x="86160" y="96826"/>
                  <a:pt x="88076" y="94557"/>
                  <a:pt x="87194" y="92237"/>
                </a:cubicBezTo>
                <a:cubicBezTo>
                  <a:pt x="83714" y="83134"/>
                  <a:pt x="74889" y="76654"/>
                  <a:pt x="64576" y="76654"/>
                </a:cubicBezTo>
                <a:cubicBezTo>
                  <a:pt x="54263" y="76654"/>
                  <a:pt x="45438" y="83134"/>
                  <a:pt x="41958" y="92237"/>
                </a:cubicBezTo>
                <a:cubicBezTo>
                  <a:pt x="41075" y="94557"/>
                  <a:pt x="42992" y="96826"/>
                  <a:pt x="45488" y="96826"/>
                </a:cubicBezTo>
                <a:lnTo>
                  <a:pt x="56532" y="96826"/>
                </a:lnTo>
                <a:lnTo>
                  <a:pt x="56532" y="116998"/>
                </a:lnTo>
                <a:lnTo>
                  <a:pt x="72670" y="116998"/>
                </a:lnTo>
                <a:lnTo>
                  <a:pt x="72670" y="96826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934079" y="2356098"/>
            <a:ext cx="863932" cy="16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HotelCard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08152" y="2582025"/>
            <a:ext cx="3961795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酒店卡片,展示封面、名称、评分、价格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611326" y="2937054"/>
            <a:ext cx="4098965" cy="580956"/>
          </a:xfrm>
          <a:custGeom>
            <a:avLst/>
            <a:gdLst/>
            <a:ahLst/>
            <a:cxnLst/>
            <a:rect l="l" t="t" r="r" b="b"/>
            <a:pathLst>
              <a:path w="4098965" h="580956">
                <a:moveTo>
                  <a:pt x="64550" y="0"/>
                </a:moveTo>
                <a:lnTo>
                  <a:pt x="4034415" y="0"/>
                </a:lnTo>
                <a:cubicBezTo>
                  <a:pt x="4070065" y="0"/>
                  <a:pt x="4098965" y="28900"/>
                  <a:pt x="4098965" y="64550"/>
                </a:cubicBezTo>
                <a:lnTo>
                  <a:pt x="4098965" y="516406"/>
                </a:lnTo>
                <a:cubicBezTo>
                  <a:pt x="4098965" y="552056"/>
                  <a:pt x="4070065" y="580956"/>
                  <a:pt x="4034415" y="580956"/>
                </a:cubicBezTo>
                <a:lnTo>
                  <a:pt x="64550" y="580956"/>
                </a:lnTo>
                <a:cubicBezTo>
                  <a:pt x="28900" y="580956"/>
                  <a:pt x="0" y="552056"/>
                  <a:pt x="0" y="516406"/>
                </a:cubicBezTo>
                <a:lnTo>
                  <a:pt x="0" y="64550"/>
                </a:lnTo>
                <a:cubicBezTo>
                  <a:pt x="0" y="28924"/>
                  <a:pt x="28924" y="0"/>
                  <a:pt x="645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7716221" y="3066155"/>
            <a:ext cx="145239" cy="129101"/>
          </a:xfrm>
          <a:custGeom>
            <a:avLst/>
            <a:gdLst/>
            <a:ahLst/>
            <a:cxnLst/>
            <a:rect l="l" t="t" r="r" b="b"/>
            <a:pathLst>
              <a:path w="145239" h="129101">
                <a:moveTo>
                  <a:pt x="8069" y="8069"/>
                </a:moveTo>
                <a:cubicBezTo>
                  <a:pt x="12532" y="8069"/>
                  <a:pt x="16138" y="11675"/>
                  <a:pt x="16138" y="16138"/>
                </a:cubicBezTo>
                <a:lnTo>
                  <a:pt x="16138" y="72619"/>
                </a:lnTo>
                <a:lnTo>
                  <a:pt x="72619" y="72619"/>
                </a:lnTo>
                <a:lnTo>
                  <a:pt x="72619" y="40344"/>
                </a:lnTo>
                <a:cubicBezTo>
                  <a:pt x="72619" y="35881"/>
                  <a:pt x="76225" y="32275"/>
                  <a:pt x="80688" y="32275"/>
                </a:cubicBezTo>
                <a:lnTo>
                  <a:pt x="121032" y="32275"/>
                </a:lnTo>
                <a:cubicBezTo>
                  <a:pt x="134396" y="32275"/>
                  <a:pt x="145239" y="43118"/>
                  <a:pt x="145239" y="56482"/>
                </a:cubicBezTo>
                <a:lnTo>
                  <a:pt x="145239" y="112964"/>
                </a:lnTo>
                <a:cubicBezTo>
                  <a:pt x="145239" y="117427"/>
                  <a:pt x="141633" y="121032"/>
                  <a:pt x="137170" y="121032"/>
                </a:cubicBezTo>
                <a:cubicBezTo>
                  <a:pt x="132707" y="121032"/>
                  <a:pt x="129101" y="117427"/>
                  <a:pt x="129101" y="112964"/>
                </a:cubicBezTo>
                <a:lnTo>
                  <a:pt x="129101" y="96826"/>
                </a:lnTo>
                <a:lnTo>
                  <a:pt x="16138" y="96826"/>
                </a:lnTo>
                <a:lnTo>
                  <a:pt x="16138" y="112964"/>
                </a:lnTo>
                <a:cubicBezTo>
                  <a:pt x="16138" y="117427"/>
                  <a:pt x="12532" y="121032"/>
                  <a:pt x="8069" y="121032"/>
                </a:cubicBezTo>
                <a:cubicBezTo>
                  <a:pt x="3606" y="121032"/>
                  <a:pt x="0" y="117427"/>
                  <a:pt x="0" y="112964"/>
                </a:cubicBezTo>
                <a:lnTo>
                  <a:pt x="0" y="16138"/>
                </a:lnTo>
                <a:cubicBezTo>
                  <a:pt x="0" y="11675"/>
                  <a:pt x="3606" y="8069"/>
                  <a:pt x="8069" y="8069"/>
                </a:cubicBezTo>
                <a:close/>
                <a:moveTo>
                  <a:pt x="28241" y="48413"/>
                </a:moveTo>
                <a:cubicBezTo>
                  <a:pt x="28241" y="39506"/>
                  <a:pt x="35472" y="32275"/>
                  <a:pt x="44379" y="32275"/>
                </a:cubicBezTo>
                <a:cubicBezTo>
                  <a:pt x="53285" y="32275"/>
                  <a:pt x="60516" y="39506"/>
                  <a:pt x="60516" y="48413"/>
                </a:cubicBezTo>
                <a:cubicBezTo>
                  <a:pt x="60516" y="57320"/>
                  <a:pt x="53285" y="64551"/>
                  <a:pt x="44379" y="64551"/>
                </a:cubicBezTo>
                <a:cubicBezTo>
                  <a:pt x="35472" y="64551"/>
                  <a:pt x="28241" y="57320"/>
                  <a:pt x="28241" y="48413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934079" y="3033879"/>
            <a:ext cx="1617694" cy="200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RoomTypeCard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708152" y="3259807"/>
            <a:ext cx="3961795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房型卡片,展示房型信息、库存状态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53177" y="3811715"/>
            <a:ext cx="4412035" cy="2717581"/>
          </a:xfrm>
          <a:custGeom>
            <a:avLst/>
            <a:gdLst/>
            <a:ahLst/>
            <a:cxnLst/>
            <a:rect l="l" t="t" r="r" b="b"/>
            <a:pathLst>
              <a:path w="4412035" h="2717581">
                <a:moveTo>
                  <a:pt x="96827" y="0"/>
                </a:moveTo>
                <a:lnTo>
                  <a:pt x="4315208" y="0"/>
                </a:lnTo>
                <a:cubicBezTo>
                  <a:pt x="4368684" y="0"/>
                  <a:pt x="4412035" y="43351"/>
                  <a:pt x="4412035" y="96827"/>
                </a:cubicBezTo>
                <a:lnTo>
                  <a:pt x="4412035" y="2620754"/>
                </a:lnTo>
                <a:cubicBezTo>
                  <a:pt x="4412035" y="2674230"/>
                  <a:pt x="4368684" y="2717581"/>
                  <a:pt x="4315208" y="2717581"/>
                </a:cubicBezTo>
                <a:lnTo>
                  <a:pt x="96827" y="2717581"/>
                </a:lnTo>
                <a:cubicBezTo>
                  <a:pt x="43351" y="2717581"/>
                  <a:pt x="0" y="2674230"/>
                  <a:pt x="0" y="2620754"/>
                </a:cubicBezTo>
                <a:lnTo>
                  <a:pt x="0" y="96827"/>
                </a:lnTo>
                <a:cubicBezTo>
                  <a:pt x="0" y="43351"/>
                  <a:pt x="43351" y="0"/>
                  <a:pt x="9682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9A9FF">
                <a:alpha val="20000"/>
              </a:srgbClr>
            </a:solidFill>
            <a:prstDash val="solid"/>
          </a:ln>
          <a:effectLst>
            <a:outerShdw blurRad="48413" dist="322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7623833" y="3984390"/>
            <a:ext cx="108929" cy="145239"/>
          </a:xfrm>
          <a:custGeom>
            <a:avLst/>
            <a:gdLst/>
            <a:ahLst/>
            <a:cxnLst/>
            <a:rect l="l" t="t" r="r" b="b"/>
            <a:pathLst>
              <a:path w="108929" h="145239">
                <a:moveTo>
                  <a:pt x="83087" y="108929"/>
                </a:moveTo>
                <a:cubicBezTo>
                  <a:pt x="85158" y="102603"/>
                  <a:pt x="89299" y="96873"/>
                  <a:pt x="93980" y="91937"/>
                </a:cubicBezTo>
                <a:cubicBezTo>
                  <a:pt x="103256" y="82179"/>
                  <a:pt x="108929" y="68988"/>
                  <a:pt x="108929" y="54465"/>
                </a:cubicBezTo>
                <a:cubicBezTo>
                  <a:pt x="108929" y="24396"/>
                  <a:pt x="84534" y="0"/>
                  <a:pt x="54465" y="0"/>
                </a:cubicBezTo>
                <a:cubicBezTo>
                  <a:pt x="24396" y="0"/>
                  <a:pt x="0" y="24396"/>
                  <a:pt x="0" y="54465"/>
                </a:cubicBezTo>
                <a:cubicBezTo>
                  <a:pt x="0" y="68988"/>
                  <a:pt x="5673" y="82179"/>
                  <a:pt x="14949" y="91937"/>
                </a:cubicBezTo>
                <a:cubicBezTo>
                  <a:pt x="19630" y="96873"/>
                  <a:pt x="23800" y="102603"/>
                  <a:pt x="25842" y="108929"/>
                </a:cubicBezTo>
                <a:lnTo>
                  <a:pt x="83059" y="108929"/>
                </a:lnTo>
                <a:close/>
                <a:moveTo>
                  <a:pt x="81697" y="122545"/>
                </a:moveTo>
                <a:lnTo>
                  <a:pt x="27232" y="122545"/>
                </a:lnTo>
                <a:lnTo>
                  <a:pt x="27232" y="127084"/>
                </a:lnTo>
                <a:cubicBezTo>
                  <a:pt x="27232" y="139622"/>
                  <a:pt x="37388" y="149778"/>
                  <a:pt x="49926" y="149778"/>
                </a:cubicBezTo>
                <a:lnTo>
                  <a:pt x="59003" y="149778"/>
                </a:lnTo>
                <a:cubicBezTo>
                  <a:pt x="71542" y="149778"/>
                  <a:pt x="81697" y="139622"/>
                  <a:pt x="81697" y="127084"/>
                </a:cubicBezTo>
                <a:lnTo>
                  <a:pt x="81697" y="122545"/>
                </a:lnTo>
                <a:close/>
                <a:moveTo>
                  <a:pt x="52195" y="31771"/>
                </a:moveTo>
                <a:cubicBezTo>
                  <a:pt x="40905" y="31771"/>
                  <a:pt x="31771" y="40905"/>
                  <a:pt x="31771" y="52195"/>
                </a:cubicBezTo>
                <a:cubicBezTo>
                  <a:pt x="31771" y="55968"/>
                  <a:pt x="28736" y="59003"/>
                  <a:pt x="24963" y="59003"/>
                </a:cubicBezTo>
                <a:cubicBezTo>
                  <a:pt x="21190" y="59003"/>
                  <a:pt x="18155" y="55968"/>
                  <a:pt x="18155" y="52195"/>
                </a:cubicBezTo>
                <a:cubicBezTo>
                  <a:pt x="18155" y="33388"/>
                  <a:pt x="33388" y="18155"/>
                  <a:pt x="52195" y="18155"/>
                </a:cubicBezTo>
                <a:cubicBezTo>
                  <a:pt x="55968" y="18155"/>
                  <a:pt x="59003" y="21190"/>
                  <a:pt x="59003" y="24963"/>
                </a:cubicBezTo>
                <a:cubicBezTo>
                  <a:pt x="59003" y="28736"/>
                  <a:pt x="55968" y="31771"/>
                  <a:pt x="52195" y="31771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7771089" y="3944046"/>
            <a:ext cx="4034414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sz="1144">
                <a:latin typeface="微软雅黑"/>
                <a:ea typeface="微软雅黑"/>
                <a:cs typeface="微软雅黑"/>
              </a:rPr>
              <a:t>横切能力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609713" y="4299074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09635" y="17676"/>
                </a:moveTo>
                <a:cubicBezTo>
                  <a:pt x="113241" y="20298"/>
                  <a:pt x="114048" y="25341"/>
                  <a:pt x="111425" y="28947"/>
                </a:cubicBezTo>
                <a:lnTo>
                  <a:pt x="46875" y="117704"/>
                </a:lnTo>
                <a:cubicBezTo>
                  <a:pt x="45488" y="119620"/>
                  <a:pt x="43345" y="120805"/>
                  <a:pt x="40975" y="121007"/>
                </a:cubicBezTo>
                <a:cubicBezTo>
                  <a:pt x="38604" y="121209"/>
                  <a:pt x="36310" y="120326"/>
                  <a:pt x="34646" y="118662"/>
                </a:cubicBezTo>
                <a:lnTo>
                  <a:pt x="2370" y="86387"/>
                </a:lnTo>
                <a:cubicBezTo>
                  <a:pt x="-782" y="83235"/>
                  <a:pt x="-782" y="78116"/>
                  <a:pt x="2370" y="74964"/>
                </a:cubicBezTo>
                <a:cubicBezTo>
                  <a:pt x="5522" y="71813"/>
                  <a:pt x="10641" y="71813"/>
                  <a:pt x="13793" y="74964"/>
                </a:cubicBezTo>
                <a:lnTo>
                  <a:pt x="39386" y="100558"/>
                </a:lnTo>
                <a:lnTo>
                  <a:pt x="98389" y="19441"/>
                </a:lnTo>
                <a:cubicBezTo>
                  <a:pt x="101012" y="15835"/>
                  <a:pt x="106055" y="15028"/>
                  <a:pt x="109660" y="17651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811432" y="4266800"/>
            <a:ext cx="3396145" cy="122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全局鉴权</a:t>
            </a:r>
            <a:r>
              <a:rPr sz="12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: </a:t>
            </a: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token校验,未登录跳转</a:t>
            </a:r>
            <a:r>
              <a:rPr sz="12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/login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609713" y="4557277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09635" y="17676"/>
                </a:moveTo>
                <a:cubicBezTo>
                  <a:pt x="113241" y="20298"/>
                  <a:pt x="114048" y="25341"/>
                  <a:pt x="111425" y="28947"/>
                </a:cubicBezTo>
                <a:lnTo>
                  <a:pt x="46875" y="117704"/>
                </a:lnTo>
                <a:cubicBezTo>
                  <a:pt x="45488" y="119620"/>
                  <a:pt x="43345" y="120805"/>
                  <a:pt x="40975" y="121007"/>
                </a:cubicBezTo>
                <a:cubicBezTo>
                  <a:pt x="38604" y="121209"/>
                  <a:pt x="36310" y="120326"/>
                  <a:pt x="34646" y="118662"/>
                </a:cubicBezTo>
                <a:lnTo>
                  <a:pt x="2370" y="86387"/>
                </a:lnTo>
                <a:cubicBezTo>
                  <a:pt x="-782" y="83235"/>
                  <a:pt x="-782" y="78116"/>
                  <a:pt x="2370" y="74964"/>
                </a:cubicBezTo>
                <a:cubicBezTo>
                  <a:pt x="5522" y="71813"/>
                  <a:pt x="10641" y="71813"/>
                  <a:pt x="13793" y="74964"/>
                </a:cubicBezTo>
                <a:lnTo>
                  <a:pt x="39386" y="100558"/>
                </a:lnTo>
                <a:lnTo>
                  <a:pt x="98389" y="19441"/>
                </a:lnTo>
                <a:cubicBezTo>
                  <a:pt x="101012" y="15835"/>
                  <a:pt x="106055" y="15028"/>
                  <a:pt x="109660" y="17651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7811432" y="4525001"/>
            <a:ext cx="3760881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列表抽象</a:t>
            </a:r>
            <a:r>
              <a:rPr sz="12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: </a:t>
            </a: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createListByType</a:t>
            </a:r>
            <a:r>
              <a:rPr sz="12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覆盖四类列表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603257" y="4856630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09635" y="17676"/>
                </a:moveTo>
                <a:cubicBezTo>
                  <a:pt x="113241" y="20298"/>
                  <a:pt x="114048" y="25341"/>
                  <a:pt x="111425" y="28947"/>
                </a:cubicBezTo>
                <a:lnTo>
                  <a:pt x="46875" y="117704"/>
                </a:lnTo>
                <a:cubicBezTo>
                  <a:pt x="45488" y="119620"/>
                  <a:pt x="43345" y="120805"/>
                  <a:pt x="40975" y="121007"/>
                </a:cubicBezTo>
                <a:cubicBezTo>
                  <a:pt x="38604" y="121209"/>
                  <a:pt x="36310" y="120326"/>
                  <a:pt x="34646" y="118662"/>
                </a:cubicBezTo>
                <a:lnTo>
                  <a:pt x="2370" y="86387"/>
                </a:lnTo>
                <a:cubicBezTo>
                  <a:pt x="-782" y="83235"/>
                  <a:pt x="-782" y="78116"/>
                  <a:pt x="2370" y="74964"/>
                </a:cubicBezTo>
                <a:cubicBezTo>
                  <a:pt x="5522" y="71813"/>
                  <a:pt x="10641" y="71813"/>
                  <a:pt x="13793" y="74964"/>
                </a:cubicBezTo>
                <a:lnTo>
                  <a:pt x="39386" y="100558"/>
                </a:lnTo>
                <a:lnTo>
                  <a:pt x="98389" y="19441"/>
                </a:lnTo>
                <a:cubicBezTo>
                  <a:pt x="101012" y="15835"/>
                  <a:pt x="106055" y="15028"/>
                  <a:pt x="109660" y="17651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811433" y="4783204"/>
            <a:ext cx="3637102" cy="208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动效体系</a:t>
            </a:r>
            <a:r>
              <a:rPr sz="12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: </a:t>
            </a: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入场</a:t>
            </a:r>
            <a:r>
              <a:rPr sz="12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</a:t>
            </a: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骨架</a:t>
            </a:r>
            <a:r>
              <a:rPr sz="12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</a:t>
            </a: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下拉反馈统一封装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621815" y="5155982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09635" y="17676"/>
                </a:moveTo>
                <a:cubicBezTo>
                  <a:pt x="113241" y="20298"/>
                  <a:pt x="114048" y="25341"/>
                  <a:pt x="111425" y="28947"/>
                </a:cubicBezTo>
                <a:lnTo>
                  <a:pt x="46875" y="117704"/>
                </a:lnTo>
                <a:cubicBezTo>
                  <a:pt x="45488" y="119620"/>
                  <a:pt x="43345" y="120805"/>
                  <a:pt x="40975" y="121007"/>
                </a:cubicBezTo>
                <a:cubicBezTo>
                  <a:pt x="38604" y="121209"/>
                  <a:pt x="36310" y="120326"/>
                  <a:pt x="34646" y="118662"/>
                </a:cubicBezTo>
                <a:lnTo>
                  <a:pt x="2370" y="86387"/>
                </a:lnTo>
                <a:cubicBezTo>
                  <a:pt x="-782" y="83235"/>
                  <a:pt x="-782" y="78116"/>
                  <a:pt x="2370" y="74964"/>
                </a:cubicBezTo>
                <a:cubicBezTo>
                  <a:pt x="5522" y="71813"/>
                  <a:pt x="10641" y="71813"/>
                  <a:pt x="13793" y="74964"/>
                </a:cubicBezTo>
                <a:lnTo>
                  <a:pt x="39386" y="100558"/>
                </a:lnTo>
                <a:lnTo>
                  <a:pt x="98389" y="19441"/>
                </a:lnTo>
                <a:cubicBezTo>
                  <a:pt x="101012" y="15835"/>
                  <a:pt x="106055" y="15028"/>
                  <a:pt x="109660" y="17651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811433" y="5041406"/>
            <a:ext cx="3637102" cy="32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复用收益</a:t>
            </a:r>
            <a:r>
              <a:rPr sz="1200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: </a:t>
            </a:r>
            <a:r>
              <a:rPr sz="1200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页面只组装业务,不重复造轮子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37874B0-26BB-28D7-314D-929BA057D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04" y="1068314"/>
            <a:ext cx="6974709" cy="54609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326644"/>
            <a:ext cx="65329" cy="326644"/>
          </a:xfrm>
          <a:custGeom>
            <a:avLst/>
            <a:gdLst/>
            <a:ahLst/>
            <a:cxnLst/>
            <a:rect l="l" t="t" r="r" b="b"/>
            <a:pathLst>
              <a:path w="65329" h="326644">
                <a:moveTo>
                  <a:pt x="32664" y="0"/>
                </a:moveTo>
                <a:lnTo>
                  <a:pt x="32664" y="0"/>
                </a:lnTo>
                <a:cubicBezTo>
                  <a:pt x="50692" y="0"/>
                  <a:pt x="65329" y="14636"/>
                  <a:pt x="65329" y="32664"/>
                </a:cubicBezTo>
                <a:lnTo>
                  <a:pt x="65329" y="293980"/>
                </a:lnTo>
                <a:cubicBezTo>
                  <a:pt x="65329" y="312020"/>
                  <a:pt x="50705" y="326644"/>
                  <a:pt x="32664" y="326644"/>
                </a:cubicBezTo>
                <a:lnTo>
                  <a:pt x="32664" y="326644"/>
                </a:lnTo>
                <a:cubicBezTo>
                  <a:pt x="14624" y="326644"/>
                  <a:pt x="0" y="312020"/>
                  <a:pt x="0" y="293980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9967" y="326644"/>
            <a:ext cx="3503261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移动端技术实现: 组件抽象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9967" y="718618"/>
            <a:ext cx="11448884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COMPONENT ABSTRACTION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6644" y="1077926"/>
            <a:ext cx="11538711" cy="857441"/>
          </a:xfrm>
          <a:custGeom>
            <a:avLst/>
            <a:gdLst/>
            <a:ahLst/>
            <a:cxnLst/>
            <a:rect l="l" t="t" r="r" b="b"/>
            <a:pathLst>
              <a:path w="11538711" h="857441">
                <a:moveTo>
                  <a:pt x="97997" y="0"/>
                </a:moveTo>
                <a:lnTo>
                  <a:pt x="11440714" y="0"/>
                </a:lnTo>
                <a:cubicBezTo>
                  <a:pt x="11494837" y="0"/>
                  <a:pt x="11538711" y="43875"/>
                  <a:pt x="11538711" y="97997"/>
                </a:cubicBezTo>
                <a:lnTo>
                  <a:pt x="11538711" y="759444"/>
                </a:lnTo>
                <a:cubicBezTo>
                  <a:pt x="11538711" y="813567"/>
                  <a:pt x="11494837" y="857441"/>
                  <a:pt x="11440714" y="857441"/>
                </a:cubicBezTo>
                <a:lnTo>
                  <a:pt x="97997" y="857441"/>
                </a:lnTo>
                <a:cubicBezTo>
                  <a:pt x="43875" y="857441"/>
                  <a:pt x="0" y="813567"/>
                  <a:pt x="0" y="759444"/>
                </a:cubicBezTo>
                <a:lnTo>
                  <a:pt x="0" y="97997"/>
                </a:lnTo>
                <a:cubicBezTo>
                  <a:pt x="0" y="43911"/>
                  <a:pt x="43911" y="0"/>
                  <a:pt x="979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0" scaled="1"/>
          </a:gradFill>
          <a:ln/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63461" y="1358740"/>
            <a:ext cx="220485" cy="293980"/>
          </a:xfrm>
          <a:custGeom>
            <a:avLst/>
            <a:gdLst/>
            <a:ahLst/>
            <a:cxnLst/>
            <a:rect l="l" t="t" r="r" b="b"/>
            <a:pathLst>
              <a:path w="220485" h="293980">
                <a:moveTo>
                  <a:pt x="168177" y="220485"/>
                </a:moveTo>
                <a:cubicBezTo>
                  <a:pt x="172369" y="207681"/>
                  <a:pt x="180752" y="196082"/>
                  <a:pt x="190226" y="186092"/>
                </a:cubicBezTo>
                <a:cubicBezTo>
                  <a:pt x="209001" y="166340"/>
                  <a:pt x="220485" y="139640"/>
                  <a:pt x="220485" y="110242"/>
                </a:cubicBezTo>
                <a:cubicBezTo>
                  <a:pt x="220485" y="49379"/>
                  <a:pt x="171105" y="0"/>
                  <a:pt x="110242" y="0"/>
                </a:cubicBezTo>
                <a:cubicBezTo>
                  <a:pt x="49379" y="0"/>
                  <a:pt x="0" y="49379"/>
                  <a:pt x="0" y="110242"/>
                </a:cubicBezTo>
                <a:cubicBezTo>
                  <a:pt x="0" y="139640"/>
                  <a:pt x="11484" y="166340"/>
                  <a:pt x="30259" y="186092"/>
                </a:cubicBezTo>
                <a:cubicBezTo>
                  <a:pt x="39733" y="196082"/>
                  <a:pt x="48174" y="207681"/>
                  <a:pt x="52308" y="220485"/>
                </a:cubicBezTo>
                <a:lnTo>
                  <a:pt x="168120" y="220485"/>
                </a:lnTo>
                <a:close/>
                <a:moveTo>
                  <a:pt x="165364" y="248046"/>
                </a:moveTo>
                <a:lnTo>
                  <a:pt x="55121" y="248046"/>
                </a:lnTo>
                <a:lnTo>
                  <a:pt x="55121" y="257232"/>
                </a:lnTo>
                <a:cubicBezTo>
                  <a:pt x="55121" y="282611"/>
                  <a:pt x="75677" y="303167"/>
                  <a:pt x="101056" y="303167"/>
                </a:cubicBezTo>
                <a:lnTo>
                  <a:pt x="119429" y="303167"/>
                </a:lnTo>
                <a:cubicBezTo>
                  <a:pt x="144808" y="303167"/>
                  <a:pt x="165364" y="282611"/>
                  <a:pt x="165364" y="257232"/>
                </a:cubicBezTo>
                <a:lnTo>
                  <a:pt x="165364" y="248046"/>
                </a:lnTo>
                <a:close/>
                <a:moveTo>
                  <a:pt x="105649" y="64308"/>
                </a:moveTo>
                <a:cubicBezTo>
                  <a:pt x="82797" y="64308"/>
                  <a:pt x="64308" y="82797"/>
                  <a:pt x="64308" y="105649"/>
                </a:cubicBezTo>
                <a:cubicBezTo>
                  <a:pt x="64308" y="113286"/>
                  <a:pt x="58164" y="119429"/>
                  <a:pt x="50528" y="119429"/>
                </a:cubicBezTo>
                <a:cubicBezTo>
                  <a:pt x="42891" y="119429"/>
                  <a:pt x="36747" y="113286"/>
                  <a:pt x="36747" y="105649"/>
                </a:cubicBezTo>
                <a:cubicBezTo>
                  <a:pt x="36747" y="67581"/>
                  <a:pt x="67581" y="36747"/>
                  <a:pt x="105649" y="36747"/>
                </a:cubicBezTo>
                <a:cubicBezTo>
                  <a:pt x="113286" y="36747"/>
                  <a:pt x="119429" y="42891"/>
                  <a:pt x="119429" y="50528"/>
                </a:cubicBezTo>
                <a:cubicBezTo>
                  <a:pt x="119429" y="58164"/>
                  <a:pt x="113286" y="64308"/>
                  <a:pt x="105649" y="643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8099" y="1241248"/>
            <a:ext cx="5340635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核心思路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8099" y="1535129"/>
            <a:ext cx="5316137" cy="236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</a:t>
            </a:r>
            <a:r>
              <a:rPr lang="en-US" sz="1157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ListContainer </a:t>
            </a:r>
            <a:r>
              <a:rPr lang="en-US" sz="1157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一个工厂函数 </a:t>
            </a:r>
            <a:r>
              <a:rPr lang="en-US" sz="1157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createListByType </a:t>
            </a:r>
            <a:r>
              <a:rPr lang="en-US" sz="1157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, 覆盖四类列表页面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911" y="2067557"/>
            <a:ext cx="5698311" cy="2685016"/>
          </a:xfrm>
          <a:custGeom>
            <a:avLst/>
            <a:gdLst/>
            <a:ahLst/>
            <a:cxnLst/>
            <a:rect l="l" t="t" r="r" b="b"/>
            <a:pathLst>
              <a:path w="5698311" h="2685016">
                <a:moveTo>
                  <a:pt x="98003" y="0"/>
                </a:moveTo>
                <a:lnTo>
                  <a:pt x="5600307" y="0"/>
                </a:lnTo>
                <a:cubicBezTo>
                  <a:pt x="5654433" y="0"/>
                  <a:pt x="5698311" y="43877"/>
                  <a:pt x="5698311" y="98003"/>
                </a:cubicBezTo>
                <a:lnTo>
                  <a:pt x="5698311" y="2587013"/>
                </a:lnTo>
                <a:cubicBezTo>
                  <a:pt x="5698311" y="2641139"/>
                  <a:pt x="5654433" y="2685016"/>
                  <a:pt x="5600307" y="2685016"/>
                </a:cubicBezTo>
                <a:lnTo>
                  <a:pt x="98003" y="2685016"/>
                </a:lnTo>
                <a:cubicBezTo>
                  <a:pt x="43877" y="2685016"/>
                  <a:pt x="0" y="2641139"/>
                  <a:pt x="0" y="2587013"/>
                </a:cubicBezTo>
                <a:lnTo>
                  <a:pt x="0" y="98003"/>
                </a:lnTo>
                <a:cubicBezTo>
                  <a:pt x="0" y="43914"/>
                  <a:pt x="43914" y="0"/>
                  <a:pt x="980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27122" y="2266809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117834" y="40831"/>
                </a:moveTo>
                <a:lnTo>
                  <a:pt x="106893" y="25519"/>
                </a:lnTo>
                <a:lnTo>
                  <a:pt x="36046" y="25519"/>
                </a:lnTo>
                <a:lnTo>
                  <a:pt x="25104" y="40831"/>
                </a:lnTo>
                <a:lnTo>
                  <a:pt x="117834" y="40831"/>
                </a:lnTo>
                <a:close/>
                <a:moveTo>
                  <a:pt x="0" y="47370"/>
                </a:moveTo>
                <a:cubicBezTo>
                  <a:pt x="0" y="43127"/>
                  <a:pt x="1340" y="38980"/>
                  <a:pt x="3796" y="35503"/>
                </a:cubicBezTo>
                <a:lnTo>
                  <a:pt x="19426" y="13653"/>
                </a:lnTo>
                <a:cubicBezTo>
                  <a:pt x="23254" y="8294"/>
                  <a:pt x="29443" y="5104"/>
                  <a:pt x="36014" y="5104"/>
                </a:cubicBezTo>
                <a:lnTo>
                  <a:pt x="106861" y="5104"/>
                </a:lnTo>
                <a:cubicBezTo>
                  <a:pt x="113464" y="5104"/>
                  <a:pt x="119653" y="8294"/>
                  <a:pt x="123480" y="13653"/>
                </a:cubicBezTo>
                <a:lnTo>
                  <a:pt x="139079" y="35503"/>
                </a:lnTo>
                <a:cubicBezTo>
                  <a:pt x="141567" y="38980"/>
                  <a:pt x="142875" y="43127"/>
                  <a:pt x="142875" y="47370"/>
                </a:cubicBezTo>
                <a:lnTo>
                  <a:pt x="142907" y="132699"/>
                </a:lnTo>
                <a:cubicBezTo>
                  <a:pt x="142907" y="143960"/>
                  <a:pt x="133752" y="153115"/>
                  <a:pt x="122492" y="153115"/>
                </a:cubicBezTo>
                <a:lnTo>
                  <a:pt x="20415" y="153115"/>
                </a:lnTo>
                <a:cubicBezTo>
                  <a:pt x="9155" y="153115"/>
                  <a:pt x="0" y="143960"/>
                  <a:pt x="0" y="132699"/>
                </a:cubicBezTo>
                <a:lnTo>
                  <a:pt x="0" y="47370"/>
                </a:ln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00652" y="2234144"/>
            <a:ext cx="524264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ListContainer 能力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6499" y="2593453"/>
            <a:ext cx="5365133" cy="293980"/>
          </a:xfrm>
          <a:custGeom>
            <a:avLst/>
            <a:gdLst/>
            <a:ahLst/>
            <a:cxnLst/>
            <a:rect l="l" t="t" r="r" b="b"/>
            <a:pathLst>
              <a:path w="5365133" h="293980">
                <a:moveTo>
                  <a:pt x="65328" y="0"/>
                </a:moveTo>
                <a:lnTo>
                  <a:pt x="5299805" y="0"/>
                </a:lnTo>
                <a:cubicBezTo>
                  <a:pt x="5335885" y="0"/>
                  <a:pt x="5365133" y="29248"/>
                  <a:pt x="5365133" y="65328"/>
                </a:cubicBezTo>
                <a:lnTo>
                  <a:pt x="5365133" y="228652"/>
                </a:lnTo>
                <a:cubicBezTo>
                  <a:pt x="5365133" y="264731"/>
                  <a:pt x="5335885" y="293980"/>
                  <a:pt x="5299805" y="293980"/>
                </a:cubicBezTo>
                <a:lnTo>
                  <a:pt x="65328" y="293980"/>
                </a:lnTo>
                <a:cubicBezTo>
                  <a:pt x="29273" y="293980"/>
                  <a:pt x="0" y="264707"/>
                  <a:pt x="0" y="228652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78161" y="2675114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2517" y="48997"/>
                </a:moveTo>
                <a:lnTo>
                  <a:pt x="124533" y="48997"/>
                </a:lnTo>
                <a:cubicBezTo>
                  <a:pt x="127927" y="48997"/>
                  <a:pt x="130658" y="46266"/>
                  <a:pt x="130658" y="42872"/>
                </a:cubicBezTo>
                <a:lnTo>
                  <a:pt x="130658" y="6125"/>
                </a:lnTo>
                <a:cubicBezTo>
                  <a:pt x="130658" y="3649"/>
                  <a:pt x="129178" y="1404"/>
                  <a:pt x="126881" y="459"/>
                </a:cubicBezTo>
                <a:cubicBezTo>
                  <a:pt x="124584" y="-485"/>
                  <a:pt x="121956" y="51"/>
                  <a:pt x="120195" y="1786"/>
                </a:cubicBezTo>
                <a:lnTo>
                  <a:pt x="107002" y="15005"/>
                </a:lnTo>
                <a:cubicBezTo>
                  <a:pt x="95697" y="5640"/>
                  <a:pt x="81151" y="0"/>
                  <a:pt x="65329" y="0"/>
                </a:cubicBezTo>
                <a:cubicBezTo>
                  <a:pt x="32409" y="0"/>
                  <a:pt x="5180" y="24345"/>
                  <a:pt x="663" y="56014"/>
                </a:cubicBezTo>
                <a:cubicBezTo>
                  <a:pt x="26" y="60480"/>
                  <a:pt x="3113" y="64614"/>
                  <a:pt x="7579" y="65252"/>
                </a:cubicBezTo>
                <a:cubicBezTo>
                  <a:pt x="12045" y="65890"/>
                  <a:pt x="16179" y="62777"/>
                  <a:pt x="16817" y="58337"/>
                </a:cubicBezTo>
                <a:cubicBezTo>
                  <a:pt x="20211" y="34578"/>
                  <a:pt x="40652" y="16332"/>
                  <a:pt x="65329" y="16332"/>
                </a:cubicBezTo>
                <a:cubicBezTo>
                  <a:pt x="76659" y="16332"/>
                  <a:pt x="87071" y="20160"/>
                  <a:pt x="95365" y="26616"/>
                </a:cubicBezTo>
                <a:lnTo>
                  <a:pt x="83447" y="38534"/>
                </a:lnTo>
                <a:cubicBezTo>
                  <a:pt x="81687" y="40295"/>
                  <a:pt x="81176" y="42923"/>
                  <a:pt x="82120" y="45220"/>
                </a:cubicBezTo>
                <a:cubicBezTo>
                  <a:pt x="83065" y="47517"/>
                  <a:pt x="85310" y="48997"/>
                  <a:pt x="87786" y="48997"/>
                </a:cubicBezTo>
                <a:lnTo>
                  <a:pt x="122517" y="48997"/>
                </a:lnTo>
                <a:close/>
                <a:moveTo>
                  <a:pt x="130020" y="74643"/>
                </a:moveTo>
                <a:cubicBezTo>
                  <a:pt x="130658" y="70177"/>
                  <a:pt x="127544" y="66043"/>
                  <a:pt x="123104" y="65405"/>
                </a:cubicBezTo>
                <a:cubicBezTo>
                  <a:pt x="118664" y="64767"/>
                  <a:pt x="114504" y="67881"/>
                  <a:pt x="113866" y="72321"/>
                </a:cubicBezTo>
                <a:cubicBezTo>
                  <a:pt x="110472" y="96054"/>
                  <a:pt x="90031" y="114300"/>
                  <a:pt x="65354" y="114300"/>
                </a:cubicBezTo>
                <a:cubicBezTo>
                  <a:pt x="54024" y="114300"/>
                  <a:pt x="43612" y="110472"/>
                  <a:pt x="35318" y="104016"/>
                </a:cubicBezTo>
                <a:lnTo>
                  <a:pt x="47210" y="92124"/>
                </a:lnTo>
                <a:cubicBezTo>
                  <a:pt x="48971" y="90363"/>
                  <a:pt x="49482" y="87735"/>
                  <a:pt x="48537" y="85438"/>
                </a:cubicBezTo>
                <a:cubicBezTo>
                  <a:pt x="47593" y="83141"/>
                  <a:pt x="45347" y="81661"/>
                  <a:pt x="42872" y="81661"/>
                </a:cubicBezTo>
                <a:lnTo>
                  <a:pt x="6125" y="81661"/>
                </a:lnTo>
                <a:cubicBezTo>
                  <a:pt x="2731" y="81661"/>
                  <a:pt x="0" y="84392"/>
                  <a:pt x="0" y="87786"/>
                </a:cubicBezTo>
                <a:lnTo>
                  <a:pt x="0" y="124533"/>
                </a:lnTo>
                <a:cubicBezTo>
                  <a:pt x="0" y="127009"/>
                  <a:pt x="1480" y="129254"/>
                  <a:pt x="3777" y="130198"/>
                </a:cubicBezTo>
                <a:cubicBezTo>
                  <a:pt x="6074" y="131143"/>
                  <a:pt x="8702" y="130607"/>
                  <a:pt x="10463" y="128871"/>
                </a:cubicBezTo>
                <a:lnTo>
                  <a:pt x="23682" y="115653"/>
                </a:lnTo>
                <a:cubicBezTo>
                  <a:pt x="34961" y="125018"/>
                  <a:pt x="49507" y="130658"/>
                  <a:pt x="65329" y="130658"/>
                </a:cubicBezTo>
                <a:cubicBezTo>
                  <a:pt x="98248" y="130658"/>
                  <a:pt x="125477" y="106313"/>
                  <a:pt x="129994" y="74643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3144" y="2658782"/>
            <a:ext cx="51446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下拉刷新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6499" y="2952762"/>
            <a:ext cx="5365133" cy="293980"/>
          </a:xfrm>
          <a:custGeom>
            <a:avLst/>
            <a:gdLst/>
            <a:ahLst/>
            <a:cxnLst/>
            <a:rect l="l" t="t" r="r" b="b"/>
            <a:pathLst>
              <a:path w="5365133" h="293980">
                <a:moveTo>
                  <a:pt x="65328" y="0"/>
                </a:moveTo>
                <a:lnTo>
                  <a:pt x="5299805" y="0"/>
                </a:lnTo>
                <a:cubicBezTo>
                  <a:pt x="5335885" y="0"/>
                  <a:pt x="5365133" y="29248"/>
                  <a:pt x="5365133" y="65328"/>
                </a:cubicBezTo>
                <a:lnTo>
                  <a:pt x="5365133" y="228652"/>
                </a:lnTo>
                <a:cubicBezTo>
                  <a:pt x="5365133" y="264731"/>
                  <a:pt x="5335885" y="293980"/>
                  <a:pt x="5299805" y="293980"/>
                </a:cubicBezTo>
                <a:lnTo>
                  <a:pt x="65328" y="293980"/>
                </a:lnTo>
                <a:cubicBezTo>
                  <a:pt x="29273" y="293980"/>
                  <a:pt x="0" y="264707"/>
                  <a:pt x="0" y="228652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94493" y="3034423"/>
            <a:ext cx="97993" cy="130658"/>
          </a:xfrm>
          <a:custGeom>
            <a:avLst/>
            <a:gdLst/>
            <a:ahLst/>
            <a:cxnLst/>
            <a:rect l="l" t="t" r="r" b="b"/>
            <a:pathLst>
              <a:path w="97993" h="130658">
                <a:moveTo>
                  <a:pt x="43229" y="128259"/>
                </a:moveTo>
                <a:cubicBezTo>
                  <a:pt x="46419" y="131449"/>
                  <a:pt x="51600" y="131449"/>
                  <a:pt x="54789" y="128259"/>
                </a:cubicBezTo>
                <a:lnTo>
                  <a:pt x="95620" y="87428"/>
                </a:lnTo>
                <a:cubicBezTo>
                  <a:pt x="98810" y="84239"/>
                  <a:pt x="98810" y="79058"/>
                  <a:pt x="95620" y="75868"/>
                </a:cubicBezTo>
                <a:cubicBezTo>
                  <a:pt x="92430" y="72678"/>
                  <a:pt x="87250" y="72678"/>
                  <a:pt x="84060" y="75868"/>
                </a:cubicBezTo>
                <a:lnTo>
                  <a:pt x="57163" y="102765"/>
                </a:lnTo>
                <a:lnTo>
                  <a:pt x="57163" y="8166"/>
                </a:lnTo>
                <a:cubicBezTo>
                  <a:pt x="57163" y="3649"/>
                  <a:pt x="53514" y="0"/>
                  <a:pt x="48997" y="0"/>
                </a:cubicBezTo>
                <a:cubicBezTo>
                  <a:pt x="44480" y="0"/>
                  <a:pt x="40831" y="3649"/>
                  <a:pt x="40831" y="8166"/>
                </a:cubicBezTo>
                <a:lnTo>
                  <a:pt x="40831" y="102765"/>
                </a:lnTo>
                <a:lnTo>
                  <a:pt x="13933" y="75868"/>
                </a:lnTo>
                <a:cubicBezTo>
                  <a:pt x="10744" y="72678"/>
                  <a:pt x="5563" y="72678"/>
                  <a:pt x="2373" y="75868"/>
                </a:cubicBezTo>
                <a:cubicBezTo>
                  <a:pt x="-817" y="79058"/>
                  <a:pt x="-817" y="84239"/>
                  <a:pt x="2373" y="87428"/>
                </a:cubicBezTo>
                <a:lnTo>
                  <a:pt x="43204" y="128259"/>
                </a:ln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3144" y="3018091"/>
            <a:ext cx="743116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上拉加载更多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6499" y="3312071"/>
            <a:ext cx="5365133" cy="293980"/>
          </a:xfrm>
          <a:custGeom>
            <a:avLst/>
            <a:gdLst/>
            <a:ahLst/>
            <a:cxnLst/>
            <a:rect l="l" t="t" r="r" b="b"/>
            <a:pathLst>
              <a:path w="5365133" h="293980">
                <a:moveTo>
                  <a:pt x="65328" y="0"/>
                </a:moveTo>
                <a:lnTo>
                  <a:pt x="5299805" y="0"/>
                </a:lnTo>
                <a:cubicBezTo>
                  <a:pt x="5335885" y="0"/>
                  <a:pt x="5365133" y="29248"/>
                  <a:pt x="5365133" y="65328"/>
                </a:cubicBezTo>
                <a:lnTo>
                  <a:pt x="5365133" y="228652"/>
                </a:lnTo>
                <a:cubicBezTo>
                  <a:pt x="5365133" y="264731"/>
                  <a:pt x="5335885" y="293980"/>
                  <a:pt x="5299805" y="293980"/>
                </a:cubicBezTo>
                <a:lnTo>
                  <a:pt x="65328" y="293980"/>
                </a:lnTo>
                <a:cubicBezTo>
                  <a:pt x="29273" y="293980"/>
                  <a:pt x="0" y="264707"/>
                  <a:pt x="0" y="228652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8161" y="3393732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53080" y="12249"/>
                </a:moveTo>
                <a:cubicBezTo>
                  <a:pt x="53080" y="5489"/>
                  <a:pt x="58568" y="0"/>
                  <a:pt x="65329" y="0"/>
                </a:cubicBezTo>
                <a:cubicBezTo>
                  <a:pt x="72089" y="0"/>
                  <a:pt x="77578" y="5489"/>
                  <a:pt x="77578" y="12249"/>
                </a:cubicBezTo>
                <a:cubicBezTo>
                  <a:pt x="77578" y="19010"/>
                  <a:pt x="72089" y="24498"/>
                  <a:pt x="65329" y="24498"/>
                </a:cubicBezTo>
                <a:cubicBezTo>
                  <a:pt x="58568" y="24498"/>
                  <a:pt x="53080" y="19010"/>
                  <a:pt x="53080" y="12249"/>
                </a:cubicBezTo>
                <a:close/>
                <a:moveTo>
                  <a:pt x="53080" y="118409"/>
                </a:moveTo>
                <a:cubicBezTo>
                  <a:pt x="53080" y="111648"/>
                  <a:pt x="58568" y="106159"/>
                  <a:pt x="65329" y="106159"/>
                </a:cubicBezTo>
                <a:cubicBezTo>
                  <a:pt x="72089" y="106159"/>
                  <a:pt x="77578" y="111648"/>
                  <a:pt x="77578" y="118409"/>
                </a:cubicBezTo>
                <a:cubicBezTo>
                  <a:pt x="77578" y="125169"/>
                  <a:pt x="72089" y="130658"/>
                  <a:pt x="65329" y="130658"/>
                </a:cubicBezTo>
                <a:cubicBezTo>
                  <a:pt x="58568" y="130658"/>
                  <a:pt x="53080" y="125169"/>
                  <a:pt x="53080" y="118409"/>
                </a:cubicBezTo>
                <a:close/>
                <a:moveTo>
                  <a:pt x="12249" y="53080"/>
                </a:moveTo>
                <a:cubicBezTo>
                  <a:pt x="19010" y="53080"/>
                  <a:pt x="24498" y="58568"/>
                  <a:pt x="24498" y="65329"/>
                </a:cubicBezTo>
                <a:cubicBezTo>
                  <a:pt x="24498" y="72089"/>
                  <a:pt x="19010" y="77578"/>
                  <a:pt x="12249" y="77578"/>
                </a:cubicBezTo>
                <a:cubicBezTo>
                  <a:pt x="5489" y="77578"/>
                  <a:pt x="0" y="72089"/>
                  <a:pt x="0" y="65329"/>
                </a:cubicBezTo>
                <a:cubicBezTo>
                  <a:pt x="0" y="58568"/>
                  <a:pt x="5489" y="53080"/>
                  <a:pt x="12249" y="53080"/>
                </a:cubicBezTo>
                <a:close/>
                <a:moveTo>
                  <a:pt x="106159" y="65329"/>
                </a:moveTo>
                <a:cubicBezTo>
                  <a:pt x="106159" y="58568"/>
                  <a:pt x="111648" y="53080"/>
                  <a:pt x="118409" y="53080"/>
                </a:cubicBezTo>
                <a:cubicBezTo>
                  <a:pt x="125169" y="53080"/>
                  <a:pt x="130658" y="58568"/>
                  <a:pt x="130658" y="65329"/>
                </a:cubicBezTo>
                <a:cubicBezTo>
                  <a:pt x="130658" y="72089"/>
                  <a:pt x="125169" y="77578"/>
                  <a:pt x="118409" y="77578"/>
                </a:cubicBezTo>
                <a:cubicBezTo>
                  <a:pt x="111648" y="77578"/>
                  <a:pt x="106159" y="72089"/>
                  <a:pt x="106159" y="65329"/>
                </a:cubicBezTo>
                <a:close/>
                <a:moveTo>
                  <a:pt x="19139" y="94191"/>
                </a:moveTo>
                <a:cubicBezTo>
                  <a:pt x="23921" y="89409"/>
                  <a:pt x="31685" y="89409"/>
                  <a:pt x="36467" y="94191"/>
                </a:cubicBezTo>
                <a:cubicBezTo>
                  <a:pt x="41248" y="98973"/>
                  <a:pt x="41248" y="106737"/>
                  <a:pt x="36467" y="111518"/>
                </a:cubicBezTo>
                <a:cubicBezTo>
                  <a:pt x="31685" y="116300"/>
                  <a:pt x="23921" y="116300"/>
                  <a:pt x="19139" y="111518"/>
                </a:cubicBezTo>
                <a:cubicBezTo>
                  <a:pt x="14358" y="106737"/>
                  <a:pt x="14358" y="98973"/>
                  <a:pt x="19139" y="94191"/>
                </a:cubicBezTo>
                <a:close/>
                <a:moveTo>
                  <a:pt x="19139" y="19139"/>
                </a:moveTo>
                <a:cubicBezTo>
                  <a:pt x="23921" y="14358"/>
                  <a:pt x="31685" y="14358"/>
                  <a:pt x="36467" y="19139"/>
                </a:cubicBezTo>
                <a:cubicBezTo>
                  <a:pt x="41248" y="23921"/>
                  <a:pt x="41248" y="31685"/>
                  <a:pt x="36467" y="36467"/>
                </a:cubicBezTo>
                <a:cubicBezTo>
                  <a:pt x="31685" y="41248"/>
                  <a:pt x="23921" y="41248"/>
                  <a:pt x="19139" y="36467"/>
                </a:cubicBezTo>
                <a:cubicBezTo>
                  <a:pt x="14358" y="31685"/>
                  <a:pt x="14358" y="23921"/>
                  <a:pt x="19139" y="19139"/>
                </a:cubicBezTo>
                <a:close/>
                <a:moveTo>
                  <a:pt x="111518" y="94191"/>
                </a:moveTo>
                <a:cubicBezTo>
                  <a:pt x="116303" y="98976"/>
                  <a:pt x="116303" y="106734"/>
                  <a:pt x="111518" y="111518"/>
                </a:cubicBezTo>
                <a:cubicBezTo>
                  <a:pt x="106734" y="116303"/>
                  <a:pt x="98976" y="116303"/>
                  <a:pt x="94191" y="111518"/>
                </a:cubicBezTo>
                <a:cubicBezTo>
                  <a:pt x="89406" y="106734"/>
                  <a:pt x="89406" y="98976"/>
                  <a:pt x="94191" y="94191"/>
                </a:cubicBezTo>
                <a:cubicBezTo>
                  <a:pt x="98976" y="89406"/>
                  <a:pt x="106734" y="89406"/>
                  <a:pt x="111518" y="94191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3144" y="3377400"/>
            <a:ext cx="202508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骨架屏 loading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6499" y="3671380"/>
            <a:ext cx="5365133" cy="293980"/>
          </a:xfrm>
          <a:custGeom>
            <a:avLst/>
            <a:gdLst/>
            <a:ahLst/>
            <a:cxnLst/>
            <a:rect l="l" t="t" r="r" b="b"/>
            <a:pathLst>
              <a:path w="5365133" h="293980">
                <a:moveTo>
                  <a:pt x="65328" y="0"/>
                </a:moveTo>
                <a:lnTo>
                  <a:pt x="5299805" y="0"/>
                </a:lnTo>
                <a:cubicBezTo>
                  <a:pt x="5335885" y="0"/>
                  <a:pt x="5365133" y="29248"/>
                  <a:pt x="5365133" y="65328"/>
                </a:cubicBezTo>
                <a:lnTo>
                  <a:pt x="5365133" y="228652"/>
                </a:lnTo>
                <a:cubicBezTo>
                  <a:pt x="5365133" y="264731"/>
                  <a:pt x="5335885" y="293980"/>
                  <a:pt x="5299805" y="293980"/>
                </a:cubicBezTo>
                <a:lnTo>
                  <a:pt x="65328" y="293980"/>
                </a:lnTo>
                <a:cubicBezTo>
                  <a:pt x="29273" y="293980"/>
                  <a:pt x="0" y="264707"/>
                  <a:pt x="0" y="228652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78161" y="3753041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23427" y="8166"/>
                </a:moveTo>
                <a:cubicBezTo>
                  <a:pt x="15286" y="8166"/>
                  <a:pt x="8396" y="14138"/>
                  <a:pt x="7247" y="22176"/>
                </a:cubicBezTo>
                <a:lnTo>
                  <a:pt x="153" y="71760"/>
                </a:lnTo>
                <a:cubicBezTo>
                  <a:pt x="51" y="72525"/>
                  <a:pt x="0" y="73291"/>
                  <a:pt x="0" y="74082"/>
                </a:cubicBezTo>
                <a:lnTo>
                  <a:pt x="0" y="106159"/>
                </a:lnTo>
                <a:cubicBezTo>
                  <a:pt x="0" y="115168"/>
                  <a:pt x="7324" y="122492"/>
                  <a:pt x="16332" y="122492"/>
                </a:cubicBezTo>
                <a:lnTo>
                  <a:pt x="114326" y="122492"/>
                </a:lnTo>
                <a:cubicBezTo>
                  <a:pt x="123334" y="122492"/>
                  <a:pt x="130658" y="115168"/>
                  <a:pt x="130658" y="106159"/>
                </a:cubicBezTo>
                <a:lnTo>
                  <a:pt x="130658" y="74082"/>
                </a:lnTo>
                <a:cubicBezTo>
                  <a:pt x="130658" y="73316"/>
                  <a:pt x="130607" y="72525"/>
                  <a:pt x="130505" y="71760"/>
                </a:cubicBezTo>
                <a:lnTo>
                  <a:pt x="123410" y="22176"/>
                </a:lnTo>
                <a:cubicBezTo>
                  <a:pt x="122262" y="14138"/>
                  <a:pt x="115372" y="8166"/>
                  <a:pt x="107231" y="8166"/>
                </a:cubicBezTo>
                <a:lnTo>
                  <a:pt x="23427" y="8166"/>
                </a:lnTo>
                <a:close/>
                <a:moveTo>
                  <a:pt x="23427" y="24498"/>
                </a:moveTo>
                <a:lnTo>
                  <a:pt x="107257" y="24498"/>
                </a:lnTo>
                <a:lnTo>
                  <a:pt x="114249" y="73495"/>
                </a:lnTo>
                <a:lnTo>
                  <a:pt x="98963" y="73495"/>
                </a:lnTo>
                <a:cubicBezTo>
                  <a:pt x="95875" y="73495"/>
                  <a:pt x="93043" y="75230"/>
                  <a:pt x="91665" y="78012"/>
                </a:cubicBezTo>
                <a:lnTo>
                  <a:pt x="88015" y="85310"/>
                </a:lnTo>
                <a:cubicBezTo>
                  <a:pt x="86637" y="88066"/>
                  <a:pt x="83805" y="89827"/>
                  <a:pt x="80717" y="89827"/>
                </a:cubicBezTo>
                <a:lnTo>
                  <a:pt x="49992" y="89827"/>
                </a:lnTo>
                <a:cubicBezTo>
                  <a:pt x="46904" y="89827"/>
                  <a:pt x="44071" y="88092"/>
                  <a:pt x="42693" y="85310"/>
                </a:cubicBezTo>
                <a:lnTo>
                  <a:pt x="39044" y="78012"/>
                </a:lnTo>
                <a:cubicBezTo>
                  <a:pt x="37666" y="75256"/>
                  <a:pt x="34834" y="73495"/>
                  <a:pt x="31746" y="73495"/>
                </a:cubicBezTo>
                <a:lnTo>
                  <a:pt x="16409" y="73495"/>
                </a:lnTo>
                <a:lnTo>
                  <a:pt x="23427" y="24498"/>
                </a:ln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23144" y="3736708"/>
            <a:ext cx="51446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空态展示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6499" y="4030688"/>
            <a:ext cx="5365133" cy="293980"/>
          </a:xfrm>
          <a:custGeom>
            <a:avLst/>
            <a:gdLst/>
            <a:ahLst/>
            <a:cxnLst/>
            <a:rect l="l" t="t" r="r" b="b"/>
            <a:pathLst>
              <a:path w="5365133" h="293980">
                <a:moveTo>
                  <a:pt x="65328" y="0"/>
                </a:moveTo>
                <a:lnTo>
                  <a:pt x="5299805" y="0"/>
                </a:lnTo>
                <a:cubicBezTo>
                  <a:pt x="5335885" y="0"/>
                  <a:pt x="5365133" y="29248"/>
                  <a:pt x="5365133" y="65328"/>
                </a:cubicBezTo>
                <a:lnTo>
                  <a:pt x="5365133" y="228652"/>
                </a:lnTo>
                <a:cubicBezTo>
                  <a:pt x="5365133" y="264731"/>
                  <a:pt x="5335885" y="293980"/>
                  <a:pt x="5299805" y="293980"/>
                </a:cubicBezTo>
                <a:lnTo>
                  <a:pt x="65328" y="293980"/>
                </a:lnTo>
                <a:cubicBezTo>
                  <a:pt x="29273" y="293980"/>
                  <a:pt x="0" y="264707"/>
                  <a:pt x="0" y="228652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78161" y="4112349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01694" y="3113"/>
                </a:moveTo>
                <a:lnTo>
                  <a:pt x="79186" y="25621"/>
                </a:lnTo>
                <a:lnTo>
                  <a:pt x="105037" y="51472"/>
                </a:lnTo>
                <a:lnTo>
                  <a:pt x="127544" y="28964"/>
                </a:lnTo>
                <a:cubicBezTo>
                  <a:pt x="129535" y="26948"/>
                  <a:pt x="130658" y="24243"/>
                  <a:pt x="130658" y="21436"/>
                </a:cubicBezTo>
                <a:cubicBezTo>
                  <a:pt x="130658" y="18629"/>
                  <a:pt x="129535" y="15924"/>
                  <a:pt x="127544" y="13908"/>
                </a:cubicBezTo>
                <a:lnTo>
                  <a:pt x="116750" y="3113"/>
                </a:lnTo>
                <a:cubicBezTo>
                  <a:pt x="114734" y="1123"/>
                  <a:pt x="112029" y="0"/>
                  <a:pt x="109222" y="0"/>
                </a:cubicBezTo>
                <a:cubicBezTo>
                  <a:pt x="106415" y="0"/>
                  <a:pt x="103710" y="1123"/>
                  <a:pt x="101694" y="3113"/>
                </a:cubicBezTo>
                <a:close/>
                <a:moveTo>
                  <a:pt x="70535" y="34272"/>
                </a:moveTo>
                <a:lnTo>
                  <a:pt x="3113" y="101694"/>
                </a:lnTo>
                <a:cubicBezTo>
                  <a:pt x="1123" y="103710"/>
                  <a:pt x="0" y="106415"/>
                  <a:pt x="0" y="109222"/>
                </a:cubicBezTo>
                <a:cubicBezTo>
                  <a:pt x="0" y="112029"/>
                  <a:pt x="1123" y="114734"/>
                  <a:pt x="3113" y="116750"/>
                </a:cubicBezTo>
                <a:lnTo>
                  <a:pt x="13908" y="127544"/>
                </a:lnTo>
                <a:cubicBezTo>
                  <a:pt x="15924" y="129535"/>
                  <a:pt x="18629" y="130658"/>
                  <a:pt x="21436" y="130658"/>
                </a:cubicBezTo>
                <a:cubicBezTo>
                  <a:pt x="24243" y="130658"/>
                  <a:pt x="26948" y="129535"/>
                  <a:pt x="28964" y="127544"/>
                </a:cubicBezTo>
                <a:lnTo>
                  <a:pt x="96386" y="60123"/>
                </a:lnTo>
                <a:lnTo>
                  <a:pt x="70535" y="34272"/>
                </a:ln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23144" y="4096017"/>
            <a:ext cx="51446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入场动画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6499" y="4422661"/>
            <a:ext cx="5422296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业务页面无需重复实现这些能力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2455" y="2086492"/>
            <a:ext cx="5698311" cy="2685016"/>
          </a:xfrm>
          <a:custGeom>
            <a:avLst/>
            <a:gdLst/>
            <a:ahLst/>
            <a:cxnLst/>
            <a:rect l="l" t="t" r="r" b="b"/>
            <a:pathLst>
              <a:path w="5698311" h="2685016">
                <a:moveTo>
                  <a:pt x="98003" y="0"/>
                </a:moveTo>
                <a:lnTo>
                  <a:pt x="5600307" y="0"/>
                </a:lnTo>
                <a:cubicBezTo>
                  <a:pt x="5654433" y="0"/>
                  <a:pt x="5698311" y="43877"/>
                  <a:pt x="5698311" y="98003"/>
                </a:cubicBezTo>
                <a:lnTo>
                  <a:pt x="5698311" y="2587013"/>
                </a:lnTo>
                <a:cubicBezTo>
                  <a:pt x="5698311" y="2641139"/>
                  <a:pt x="5654433" y="2685016"/>
                  <a:pt x="5600307" y="2685016"/>
                </a:cubicBezTo>
                <a:lnTo>
                  <a:pt x="98003" y="2685016"/>
                </a:lnTo>
                <a:cubicBezTo>
                  <a:pt x="43877" y="2685016"/>
                  <a:pt x="0" y="2641139"/>
                  <a:pt x="0" y="2587013"/>
                </a:cubicBezTo>
                <a:lnTo>
                  <a:pt x="0" y="98003"/>
                </a:lnTo>
                <a:cubicBezTo>
                  <a:pt x="0" y="43914"/>
                  <a:pt x="43914" y="0"/>
                  <a:pt x="980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9A9FF">
                <a:alpha val="20000"/>
              </a:srgbClr>
            </a:solidFill>
            <a:prstDash val="solid"/>
          </a:ln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352926" y="2266809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10208" y="10208"/>
                </a:moveTo>
                <a:cubicBezTo>
                  <a:pt x="4562" y="10208"/>
                  <a:pt x="0" y="14769"/>
                  <a:pt x="0" y="20415"/>
                </a:cubicBezTo>
                <a:lnTo>
                  <a:pt x="0" y="137803"/>
                </a:lnTo>
                <a:cubicBezTo>
                  <a:pt x="0" y="146256"/>
                  <a:pt x="6858" y="153115"/>
                  <a:pt x="15311" y="153115"/>
                </a:cubicBezTo>
                <a:lnTo>
                  <a:pt x="148011" y="153115"/>
                </a:lnTo>
                <a:cubicBezTo>
                  <a:pt x="156464" y="153115"/>
                  <a:pt x="163322" y="146256"/>
                  <a:pt x="163322" y="137803"/>
                </a:cubicBezTo>
                <a:lnTo>
                  <a:pt x="163322" y="48550"/>
                </a:lnTo>
                <a:cubicBezTo>
                  <a:pt x="163322" y="42744"/>
                  <a:pt x="157134" y="39076"/>
                  <a:pt x="152030" y="41819"/>
                </a:cubicBezTo>
                <a:lnTo>
                  <a:pt x="102076" y="68710"/>
                </a:lnTo>
                <a:lnTo>
                  <a:pt x="102076" y="48550"/>
                </a:lnTo>
                <a:cubicBezTo>
                  <a:pt x="102076" y="42744"/>
                  <a:pt x="95888" y="39076"/>
                  <a:pt x="90784" y="41819"/>
                </a:cubicBezTo>
                <a:lnTo>
                  <a:pt x="40831" y="68710"/>
                </a:lnTo>
                <a:lnTo>
                  <a:pt x="40831" y="20415"/>
                </a:lnTo>
                <a:cubicBezTo>
                  <a:pt x="40831" y="14769"/>
                  <a:pt x="36269" y="10208"/>
                  <a:pt x="30623" y="10208"/>
                </a:cubicBezTo>
                <a:lnTo>
                  <a:pt x="10208" y="10208"/>
                </a:ln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36664" y="2234144"/>
            <a:ext cx="524264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工厂函数映射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2511" y="2593453"/>
            <a:ext cx="5365133" cy="326644"/>
          </a:xfrm>
          <a:custGeom>
            <a:avLst/>
            <a:gdLst/>
            <a:ahLst/>
            <a:cxnLst/>
            <a:rect l="l" t="t" r="r" b="b"/>
            <a:pathLst>
              <a:path w="5365133" h="326644">
                <a:moveTo>
                  <a:pt x="65329" y="0"/>
                </a:moveTo>
                <a:lnTo>
                  <a:pt x="5299804" y="0"/>
                </a:lnTo>
                <a:cubicBezTo>
                  <a:pt x="5335885" y="0"/>
                  <a:pt x="5365133" y="29249"/>
                  <a:pt x="5365133" y="65329"/>
                </a:cubicBezTo>
                <a:lnTo>
                  <a:pt x="5365133" y="261315"/>
                </a:lnTo>
                <a:cubicBezTo>
                  <a:pt x="5365133" y="297396"/>
                  <a:pt x="5335885" y="326644"/>
                  <a:pt x="5299804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397840" y="2658782"/>
            <a:ext cx="506299" cy="195987"/>
          </a:xfrm>
          <a:custGeom>
            <a:avLst/>
            <a:gdLst/>
            <a:ahLst/>
            <a:cxnLst/>
            <a:rect l="l" t="t" r="r" b="b"/>
            <a:pathLst>
              <a:path w="506299" h="195987">
                <a:moveTo>
                  <a:pt x="32665" y="0"/>
                </a:moveTo>
                <a:lnTo>
                  <a:pt x="473634" y="0"/>
                </a:lnTo>
                <a:cubicBezTo>
                  <a:pt x="491674" y="0"/>
                  <a:pt x="506299" y="14625"/>
                  <a:pt x="506299" y="32665"/>
                </a:cubicBezTo>
                <a:lnTo>
                  <a:pt x="506299" y="163322"/>
                </a:lnTo>
                <a:cubicBezTo>
                  <a:pt x="506299" y="181362"/>
                  <a:pt x="491674" y="195987"/>
                  <a:pt x="473634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397840" y="2658782"/>
            <a:ext cx="555295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'order'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19995" y="2691347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8259" y="71096"/>
                </a:moveTo>
                <a:cubicBezTo>
                  <a:pt x="131449" y="67906"/>
                  <a:pt x="131449" y="62726"/>
                  <a:pt x="128259" y="59536"/>
                </a:cubicBezTo>
                <a:lnTo>
                  <a:pt x="87428" y="18705"/>
                </a:lnTo>
                <a:cubicBezTo>
                  <a:pt x="84239" y="15516"/>
                  <a:pt x="79058" y="15516"/>
                  <a:pt x="75868" y="18705"/>
                </a:cubicBezTo>
                <a:cubicBezTo>
                  <a:pt x="72678" y="21895"/>
                  <a:pt x="72678" y="27076"/>
                  <a:pt x="75868" y="30266"/>
                </a:cubicBezTo>
                <a:lnTo>
                  <a:pt x="102765" y="57163"/>
                </a:lnTo>
                <a:lnTo>
                  <a:pt x="8166" y="57163"/>
                </a:lnTo>
                <a:cubicBezTo>
                  <a:pt x="3649" y="57163"/>
                  <a:pt x="0" y="60812"/>
                  <a:pt x="0" y="65329"/>
                </a:cubicBezTo>
                <a:cubicBezTo>
                  <a:pt x="0" y="69846"/>
                  <a:pt x="3649" y="73495"/>
                  <a:pt x="8166" y="73495"/>
                </a:cubicBezTo>
                <a:lnTo>
                  <a:pt x="102765" y="73495"/>
                </a:lnTo>
                <a:lnTo>
                  <a:pt x="75868" y="100392"/>
                </a:lnTo>
                <a:cubicBezTo>
                  <a:pt x="72678" y="103582"/>
                  <a:pt x="72678" y="108762"/>
                  <a:pt x="75868" y="111952"/>
                </a:cubicBezTo>
                <a:cubicBezTo>
                  <a:pt x="79058" y="115142"/>
                  <a:pt x="84239" y="115142"/>
                  <a:pt x="87428" y="111952"/>
                </a:cubicBezTo>
                <a:lnTo>
                  <a:pt x="128259" y="71122"/>
                </a:lnTo>
                <a:close/>
              </a:path>
            </a:pathLst>
          </a:custGeom>
          <a:solidFill>
            <a:srgbClr val="5B6B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264979" y="2675015"/>
            <a:ext cx="2645140" cy="147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OrderCard + 订单骨架屏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2511" y="2985327"/>
            <a:ext cx="5365133" cy="326644"/>
          </a:xfrm>
          <a:custGeom>
            <a:avLst/>
            <a:gdLst/>
            <a:ahLst/>
            <a:cxnLst/>
            <a:rect l="l" t="t" r="r" b="b"/>
            <a:pathLst>
              <a:path w="5365133" h="326644">
                <a:moveTo>
                  <a:pt x="65329" y="0"/>
                </a:moveTo>
                <a:lnTo>
                  <a:pt x="5299804" y="0"/>
                </a:lnTo>
                <a:cubicBezTo>
                  <a:pt x="5335885" y="0"/>
                  <a:pt x="5365133" y="29249"/>
                  <a:pt x="5365133" y="65329"/>
                </a:cubicBezTo>
                <a:lnTo>
                  <a:pt x="5365133" y="261315"/>
                </a:lnTo>
                <a:cubicBezTo>
                  <a:pt x="5365133" y="297396"/>
                  <a:pt x="5335885" y="326644"/>
                  <a:pt x="5299804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397840" y="3050656"/>
            <a:ext cx="669621" cy="195987"/>
          </a:xfrm>
          <a:custGeom>
            <a:avLst/>
            <a:gdLst/>
            <a:ahLst/>
            <a:cxnLst/>
            <a:rect l="l" t="t" r="r" b="b"/>
            <a:pathLst>
              <a:path w="669621" h="195987">
                <a:moveTo>
                  <a:pt x="32665" y="0"/>
                </a:moveTo>
                <a:lnTo>
                  <a:pt x="636956" y="0"/>
                </a:lnTo>
                <a:cubicBezTo>
                  <a:pt x="654996" y="0"/>
                  <a:pt x="669621" y="14625"/>
                  <a:pt x="669621" y="32665"/>
                </a:cubicBezTo>
                <a:lnTo>
                  <a:pt x="669621" y="163322"/>
                </a:lnTo>
                <a:cubicBezTo>
                  <a:pt x="669621" y="181362"/>
                  <a:pt x="654996" y="195987"/>
                  <a:pt x="636956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397840" y="3050656"/>
            <a:ext cx="718618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'favorite'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81684" y="3083216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8259" y="71096"/>
                </a:moveTo>
                <a:cubicBezTo>
                  <a:pt x="131449" y="67906"/>
                  <a:pt x="131449" y="62726"/>
                  <a:pt x="128259" y="59536"/>
                </a:cubicBezTo>
                <a:lnTo>
                  <a:pt x="87428" y="18705"/>
                </a:lnTo>
                <a:cubicBezTo>
                  <a:pt x="84239" y="15516"/>
                  <a:pt x="79058" y="15516"/>
                  <a:pt x="75868" y="18705"/>
                </a:cubicBezTo>
                <a:cubicBezTo>
                  <a:pt x="72678" y="21895"/>
                  <a:pt x="72678" y="27076"/>
                  <a:pt x="75868" y="30266"/>
                </a:cubicBezTo>
                <a:lnTo>
                  <a:pt x="102765" y="57163"/>
                </a:lnTo>
                <a:lnTo>
                  <a:pt x="8166" y="57163"/>
                </a:lnTo>
                <a:cubicBezTo>
                  <a:pt x="3649" y="57163"/>
                  <a:pt x="0" y="60812"/>
                  <a:pt x="0" y="65329"/>
                </a:cubicBezTo>
                <a:cubicBezTo>
                  <a:pt x="0" y="69846"/>
                  <a:pt x="3649" y="73495"/>
                  <a:pt x="8166" y="73495"/>
                </a:cubicBezTo>
                <a:lnTo>
                  <a:pt x="102765" y="73495"/>
                </a:lnTo>
                <a:lnTo>
                  <a:pt x="75868" y="100392"/>
                </a:lnTo>
                <a:cubicBezTo>
                  <a:pt x="72678" y="103582"/>
                  <a:pt x="72678" y="108762"/>
                  <a:pt x="75868" y="111952"/>
                </a:cubicBezTo>
                <a:cubicBezTo>
                  <a:pt x="79058" y="115142"/>
                  <a:pt x="84239" y="115142"/>
                  <a:pt x="87428" y="111952"/>
                </a:cubicBezTo>
                <a:lnTo>
                  <a:pt x="128259" y="71122"/>
                </a:lnTo>
                <a:close/>
              </a:path>
            </a:pathLst>
          </a:custGeom>
          <a:solidFill>
            <a:srgbClr val="5B6B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426667" y="3066883"/>
            <a:ext cx="2891225" cy="163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HotelCard + SwipeAction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2511" y="3377196"/>
            <a:ext cx="5365133" cy="326644"/>
          </a:xfrm>
          <a:custGeom>
            <a:avLst/>
            <a:gdLst/>
            <a:ahLst/>
            <a:cxnLst/>
            <a:rect l="l" t="t" r="r" b="b"/>
            <a:pathLst>
              <a:path w="5365133" h="326644">
                <a:moveTo>
                  <a:pt x="65329" y="0"/>
                </a:moveTo>
                <a:lnTo>
                  <a:pt x="5299804" y="0"/>
                </a:lnTo>
                <a:cubicBezTo>
                  <a:pt x="5335885" y="0"/>
                  <a:pt x="5365133" y="29249"/>
                  <a:pt x="5365133" y="65329"/>
                </a:cubicBezTo>
                <a:lnTo>
                  <a:pt x="5365133" y="261315"/>
                </a:lnTo>
                <a:cubicBezTo>
                  <a:pt x="5365133" y="297396"/>
                  <a:pt x="5335885" y="326644"/>
                  <a:pt x="5299804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397840" y="3442525"/>
            <a:ext cx="457302" cy="195987"/>
          </a:xfrm>
          <a:custGeom>
            <a:avLst/>
            <a:gdLst/>
            <a:ahLst/>
            <a:cxnLst/>
            <a:rect l="l" t="t" r="r" b="b"/>
            <a:pathLst>
              <a:path w="457302" h="195987">
                <a:moveTo>
                  <a:pt x="32665" y="0"/>
                </a:moveTo>
                <a:lnTo>
                  <a:pt x="424637" y="0"/>
                </a:lnTo>
                <a:cubicBezTo>
                  <a:pt x="442677" y="0"/>
                  <a:pt x="457302" y="14625"/>
                  <a:pt x="457302" y="32665"/>
                </a:cubicBezTo>
                <a:lnTo>
                  <a:pt x="457302" y="163322"/>
                </a:lnTo>
                <a:cubicBezTo>
                  <a:pt x="457302" y="181362"/>
                  <a:pt x="442677" y="195987"/>
                  <a:pt x="424637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397840" y="3442525"/>
            <a:ext cx="506299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'room'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66099" y="3475090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8259" y="71096"/>
                </a:moveTo>
                <a:cubicBezTo>
                  <a:pt x="131449" y="67906"/>
                  <a:pt x="131449" y="62726"/>
                  <a:pt x="128259" y="59536"/>
                </a:cubicBezTo>
                <a:lnTo>
                  <a:pt x="87428" y="18705"/>
                </a:lnTo>
                <a:cubicBezTo>
                  <a:pt x="84239" y="15516"/>
                  <a:pt x="79058" y="15516"/>
                  <a:pt x="75868" y="18705"/>
                </a:cubicBezTo>
                <a:cubicBezTo>
                  <a:pt x="72678" y="21895"/>
                  <a:pt x="72678" y="27076"/>
                  <a:pt x="75868" y="30266"/>
                </a:cubicBezTo>
                <a:lnTo>
                  <a:pt x="102765" y="57163"/>
                </a:lnTo>
                <a:lnTo>
                  <a:pt x="8166" y="57163"/>
                </a:lnTo>
                <a:cubicBezTo>
                  <a:pt x="3649" y="57163"/>
                  <a:pt x="0" y="60812"/>
                  <a:pt x="0" y="65329"/>
                </a:cubicBezTo>
                <a:cubicBezTo>
                  <a:pt x="0" y="69846"/>
                  <a:pt x="3649" y="73495"/>
                  <a:pt x="8166" y="73495"/>
                </a:cubicBezTo>
                <a:lnTo>
                  <a:pt x="102765" y="73495"/>
                </a:lnTo>
                <a:lnTo>
                  <a:pt x="75868" y="100392"/>
                </a:lnTo>
                <a:cubicBezTo>
                  <a:pt x="72678" y="103582"/>
                  <a:pt x="72678" y="108762"/>
                  <a:pt x="75868" y="111952"/>
                </a:cubicBezTo>
                <a:cubicBezTo>
                  <a:pt x="79058" y="115142"/>
                  <a:pt x="84239" y="115142"/>
                  <a:pt x="87428" y="111952"/>
                </a:cubicBezTo>
                <a:lnTo>
                  <a:pt x="128259" y="71122"/>
                </a:lnTo>
                <a:close/>
              </a:path>
            </a:pathLst>
          </a:custGeom>
          <a:solidFill>
            <a:srgbClr val="5B6B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211082" y="3458758"/>
            <a:ext cx="2933815" cy="130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RoomTypeCard + 售罄判定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2511" y="3769070"/>
            <a:ext cx="5365133" cy="326644"/>
          </a:xfrm>
          <a:custGeom>
            <a:avLst/>
            <a:gdLst/>
            <a:ahLst/>
            <a:cxnLst/>
            <a:rect l="l" t="t" r="r" b="b"/>
            <a:pathLst>
              <a:path w="5365133" h="326644">
                <a:moveTo>
                  <a:pt x="65329" y="0"/>
                </a:moveTo>
                <a:lnTo>
                  <a:pt x="5299804" y="0"/>
                </a:lnTo>
                <a:cubicBezTo>
                  <a:pt x="5335885" y="0"/>
                  <a:pt x="5365133" y="29249"/>
                  <a:pt x="5365133" y="65329"/>
                </a:cubicBezTo>
                <a:lnTo>
                  <a:pt x="5365133" y="261315"/>
                </a:lnTo>
                <a:cubicBezTo>
                  <a:pt x="5365133" y="297396"/>
                  <a:pt x="5335885" y="326644"/>
                  <a:pt x="5299804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397840" y="3834399"/>
            <a:ext cx="506299" cy="195987"/>
          </a:xfrm>
          <a:custGeom>
            <a:avLst/>
            <a:gdLst/>
            <a:ahLst/>
            <a:cxnLst/>
            <a:rect l="l" t="t" r="r" b="b"/>
            <a:pathLst>
              <a:path w="506299" h="195987">
                <a:moveTo>
                  <a:pt x="32665" y="0"/>
                </a:moveTo>
                <a:lnTo>
                  <a:pt x="473634" y="0"/>
                </a:lnTo>
                <a:cubicBezTo>
                  <a:pt x="491674" y="0"/>
                  <a:pt x="506299" y="14625"/>
                  <a:pt x="506299" y="32665"/>
                </a:cubicBezTo>
                <a:lnTo>
                  <a:pt x="506299" y="163322"/>
                </a:lnTo>
                <a:cubicBezTo>
                  <a:pt x="506299" y="181362"/>
                  <a:pt x="491674" y="195987"/>
                  <a:pt x="473634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397840" y="3834399"/>
            <a:ext cx="555295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'hotel'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019995" y="3866959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8259" y="71096"/>
                </a:moveTo>
                <a:cubicBezTo>
                  <a:pt x="131449" y="67906"/>
                  <a:pt x="131449" y="62726"/>
                  <a:pt x="128259" y="59536"/>
                </a:cubicBezTo>
                <a:lnTo>
                  <a:pt x="87428" y="18705"/>
                </a:lnTo>
                <a:cubicBezTo>
                  <a:pt x="84239" y="15516"/>
                  <a:pt x="79058" y="15516"/>
                  <a:pt x="75868" y="18705"/>
                </a:cubicBezTo>
                <a:cubicBezTo>
                  <a:pt x="72678" y="21895"/>
                  <a:pt x="72678" y="27076"/>
                  <a:pt x="75868" y="30266"/>
                </a:cubicBezTo>
                <a:lnTo>
                  <a:pt x="102765" y="57163"/>
                </a:lnTo>
                <a:lnTo>
                  <a:pt x="8166" y="57163"/>
                </a:lnTo>
                <a:cubicBezTo>
                  <a:pt x="3649" y="57163"/>
                  <a:pt x="0" y="60812"/>
                  <a:pt x="0" y="65329"/>
                </a:cubicBezTo>
                <a:cubicBezTo>
                  <a:pt x="0" y="69846"/>
                  <a:pt x="3649" y="73495"/>
                  <a:pt x="8166" y="73495"/>
                </a:cubicBezTo>
                <a:lnTo>
                  <a:pt x="102765" y="73495"/>
                </a:lnTo>
                <a:lnTo>
                  <a:pt x="75868" y="100392"/>
                </a:lnTo>
                <a:cubicBezTo>
                  <a:pt x="72678" y="103582"/>
                  <a:pt x="72678" y="108762"/>
                  <a:pt x="75868" y="111952"/>
                </a:cubicBezTo>
                <a:cubicBezTo>
                  <a:pt x="79058" y="115142"/>
                  <a:pt x="84239" y="115142"/>
                  <a:pt x="87428" y="111952"/>
                </a:cubicBezTo>
                <a:lnTo>
                  <a:pt x="128259" y="71122"/>
                </a:lnTo>
                <a:close/>
              </a:path>
            </a:pathLst>
          </a:custGeom>
          <a:solidFill>
            <a:srgbClr val="5B6B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264979" y="3850626"/>
            <a:ext cx="347304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HotelCard (搜索结果)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32511" y="4193604"/>
            <a:ext cx="5422296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传入type参数,自动返回对应装配结果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6644" y="4886499"/>
            <a:ext cx="5708110" cy="1649554"/>
          </a:xfrm>
          <a:custGeom>
            <a:avLst/>
            <a:gdLst/>
            <a:ahLst/>
            <a:cxnLst/>
            <a:rect l="l" t="t" r="r" b="b"/>
            <a:pathLst>
              <a:path w="5708110" h="1649554">
                <a:moveTo>
                  <a:pt x="98000" y="0"/>
                </a:moveTo>
                <a:lnTo>
                  <a:pt x="5610110" y="0"/>
                </a:lnTo>
                <a:cubicBezTo>
                  <a:pt x="5664234" y="0"/>
                  <a:pt x="5708110" y="43876"/>
                  <a:pt x="5708110" y="98000"/>
                </a:cubicBezTo>
                <a:lnTo>
                  <a:pt x="5708110" y="1551554"/>
                </a:lnTo>
                <a:cubicBezTo>
                  <a:pt x="5708110" y="1605678"/>
                  <a:pt x="5664234" y="1649554"/>
                  <a:pt x="5610110" y="1649554"/>
                </a:cubicBezTo>
                <a:lnTo>
                  <a:pt x="98000" y="1649554"/>
                </a:lnTo>
                <a:cubicBezTo>
                  <a:pt x="43876" y="1649554"/>
                  <a:pt x="0" y="1605678"/>
                  <a:pt x="0" y="1551554"/>
                </a:cubicBezTo>
                <a:lnTo>
                  <a:pt x="0" y="98000"/>
                </a:lnTo>
                <a:cubicBezTo>
                  <a:pt x="0" y="43912"/>
                  <a:pt x="43912" y="0"/>
                  <a:pt x="98000" y="0"/>
                </a:cubicBezTo>
                <a:close/>
              </a:path>
            </a:pathLst>
          </a:custGeom>
          <a:solidFill>
            <a:srgbClr val="0E1F3D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57302" y="5017157"/>
            <a:ext cx="550395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代码示例: 收藏页调用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2656" y="4886499"/>
            <a:ext cx="5708110" cy="1649554"/>
          </a:xfrm>
          <a:custGeom>
            <a:avLst/>
            <a:gdLst/>
            <a:ahLst/>
            <a:cxnLst/>
            <a:rect l="l" t="t" r="r" b="b"/>
            <a:pathLst>
              <a:path w="5708110" h="1649554">
                <a:moveTo>
                  <a:pt x="98000" y="0"/>
                </a:moveTo>
                <a:lnTo>
                  <a:pt x="5610110" y="0"/>
                </a:lnTo>
                <a:cubicBezTo>
                  <a:pt x="5664234" y="0"/>
                  <a:pt x="5708110" y="43876"/>
                  <a:pt x="5708110" y="98000"/>
                </a:cubicBezTo>
                <a:lnTo>
                  <a:pt x="5708110" y="1551554"/>
                </a:lnTo>
                <a:cubicBezTo>
                  <a:pt x="5708110" y="1605678"/>
                  <a:pt x="5664234" y="1649554"/>
                  <a:pt x="5610110" y="1649554"/>
                </a:cubicBezTo>
                <a:lnTo>
                  <a:pt x="98000" y="1649554"/>
                </a:lnTo>
                <a:cubicBezTo>
                  <a:pt x="43876" y="1649554"/>
                  <a:pt x="0" y="1605678"/>
                  <a:pt x="0" y="1551554"/>
                </a:cubicBezTo>
                <a:lnTo>
                  <a:pt x="0" y="98000"/>
                </a:lnTo>
                <a:cubicBezTo>
                  <a:pt x="0" y="43912"/>
                  <a:pt x="43912" y="0"/>
                  <a:pt x="98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6313729" y="5057987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9187" y="9187"/>
                </a:moveTo>
                <a:cubicBezTo>
                  <a:pt x="14268" y="9187"/>
                  <a:pt x="18374" y="13292"/>
                  <a:pt x="18374" y="18374"/>
                </a:cubicBezTo>
                <a:lnTo>
                  <a:pt x="18374" y="114836"/>
                </a:lnTo>
                <a:cubicBezTo>
                  <a:pt x="18374" y="117362"/>
                  <a:pt x="20441" y="119429"/>
                  <a:pt x="22967" y="119429"/>
                </a:cubicBezTo>
                <a:lnTo>
                  <a:pt x="137803" y="119429"/>
                </a:lnTo>
                <a:cubicBezTo>
                  <a:pt x="142885" y="119429"/>
                  <a:pt x="146990" y="123535"/>
                  <a:pt x="146990" y="128616"/>
                </a:cubicBezTo>
                <a:cubicBezTo>
                  <a:pt x="146990" y="133698"/>
                  <a:pt x="142885" y="137803"/>
                  <a:pt x="137803" y="137803"/>
                </a:cubicBezTo>
                <a:lnTo>
                  <a:pt x="22967" y="137803"/>
                </a:lnTo>
                <a:cubicBezTo>
                  <a:pt x="10278" y="137803"/>
                  <a:pt x="0" y="127525"/>
                  <a:pt x="0" y="114836"/>
                </a:cubicBezTo>
                <a:lnTo>
                  <a:pt x="0" y="18374"/>
                </a:lnTo>
                <a:cubicBezTo>
                  <a:pt x="0" y="13292"/>
                  <a:pt x="4105" y="9187"/>
                  <a:pt x="9187" y="9187"/>
                </a:cubicBezTo>
                <a:close/>
                <a:moveTo>
                  <a:pt x="36747" y="27561"/>
                </a:moveTo>
                <a:cubicBezTo>
                  <a:pt x="36747" y="22479"/>
                  <a:pt x="40853" y="18374"/>
                  <a:pt x="45934" y="18374"/>
                </a:cubicBezTo>
                <a:lnTo>
                  <a:pt x="101056" y="18374"/>
                </a:lnTo>
                <a:cubicBezTo>
                  <a:pt x="106137" y="18374"/>
                  <a:pt x="110242" y="22479"/>
                  <a:pt x="110242" y="27561"/>
                </a:cubicBezTo>
                <a:cubicBezTo>
                  <a:pt x="110242" y="32642"/>
                  <a:pt x="106137" y="36747"/>
                  <a:pt x="101056" y="36747"/>
                </a:cubicBezTo>
                <a:lnTo>
                  <a:pt x="45934" y="36747"/>
                </a:lnTo>
                <a:cubicBezTo>
                  <a:pt x="40853" y="36747"/>
                  <a:pt x="36747" y="32642"/>
                  <a:pt x="36747" y="27561"/>
                </a:cubicBezTo>
                <a:close/>
                <a:moveTo>
                  <a:pt x="45934" y="50528"/>
                </a:moveTo>
                <a:lnTo>
                  <a:pt x="82682" y="50528"/>
                </a:lnTo>
                <a:cubicBezTo>
                  <a:pt x="87763" y="50528"/>
                  <a:pt x="91869" y="54633"/>
                  <a:pt x="91869" y="59715"/>
                </a:cubicBezTo>
                <a:cubicBezTo>
                  <a:pt x="91869" y="64796"/>
                  <a:pt x="87763" y="68902"/>
                  <a:pt x="82682" y="68902"/>
                </a:cubicBezTo>
                <a:lnTo>
                  <a:pt x="45934" y="68902"/>
                </a:lnTo>
                <a:cubicBezTo>
                  <a:pt x="40853" y="68902"/>
                  <a:pt x="36747" y="64796"/>
                  <a:pt x="36747" y="59715"/>
                </a:cubicBezTo>
                <a:cubicBezTo>
                  <a:pt x="36747" y="54633"/>
                  <a:pt x="40853" y="50528"/>
                  <a:pt x="45934" y="50528"/>
                </a:cubicBezTo>
                <a:close/>
                <a:moveTo>
                  <a:pt x="45934" y="82682"/>
                </a:moveTo>
                <a:lnTo>
                  <a:pt x="119429" y="82682"/>
                </a:lnTo>
                <a:cubicBezTo>
                  <a:pt x="124511" y="82682"/>
                  <a:pt x="128616" y="86787"/>
                  <a:pt x="128616" y="91869"/>
                </a:cubicBezTo>
                <a:cubicBezTo>
                  <a:pt x="128616" y="96950"/>
                  <a:pt x="124511" y="101056"/>
                  <a:pt x="119429" y="101056"/>
                </a:cubicBezTo>
                <a:lnTo>
                  <a:pt x="45934" y="101056"/>
                </a:lnTo>
                <a:cubicBezTo>
                  <a:pt x="40853" y="101056"/>
                  <a:pt x="36747" y="96950"/>
                  <a:pt x="36747" y="91869"/>
                </a:cubicBezTo>
                <a:cubicBezTo>
                  <a:pt x="36747" y="86787"/>
                  <a:pt x="40853" y="82682"/>
                  <a:pt x="45934" y="82682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481134" y="5017157"/>
            <a:ext cx="5332469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复用收益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9646" y="5360133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521965" y="5343801"/>
            <a:ext cx="2047446" cy="146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orders (订单列表)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09646" y="5588784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521965" y="5572452"/>
            <a:ext cx="2164835" cy="15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favorites (收藏)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09646" y="5817435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521965" y="5801102"/>
            <a:ext cx="1775597" cy="14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list (搜索结果)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293314" y="6029754"/>
            <a:ext cx="5503957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 err="1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三个页面均只需调用工厂函数</a:t>
            </a:r>
            <a:r>
              <a:rPr lang="zh-CN" alt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950" dirty="0" err="1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无需各自实现滚动刷新逻辑</a:t>
            </a:r>
            <a:endParaRPr lang="en-US" sz="1600" dirty="0"/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4AFA29B9-4D6B-F997-520E-4630B36E1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61" y="5186807"/>
            <a:ext cx="2774538" cy="1285602"/>
          </a:xfrm>
          <a:prstGeom prst="rect">
            <a:avLst/>
          </a:prstGeom>
        </p:spPr>
      </p:pic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229CA61A-05DC-AD84-746D-C1736A01A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537012"/>
              </p:ext>
            </p:extLst>
          </p:nvPr>
        </p:nvGraphicFramePr>
        <p:xfrm>
          <a:off x="6225433" y="2183967"/>
          <a:ext cx="5597970" cy="4281402"/>
        </p:xfrm>
        <a:graphic>
          <a:graphicData uri="http://schemas.openxmlformats.org/drawingml/2006/table">
            <a:tbl>
              <a:tblPr/>
              <a:tblGrid>
                <a:gridCol w="1119594">
                  <a:extLst>
                    <a:ext uri="{9D8B030D-6E8A-4147-A177-3AD203B41FA5}">
                      <a16:colId xmlns:a16="http://schemas.microsoft.com/office/drawing/2014/main" val="2171822322"/>
                    </a:ext>
                  </a:extLst>
                </a:gridCol>
                <a:gridCol w="1119594">
                  <a:extLst>
                    <a:ext uri="{9D8B030D-6E8A-4147-A177-3AD203B41FA5}">
                      <a16:colId xmlns:a16="http://schemas.microsoft.com/office/drawing/2014/main" val="2824598139"/>
                    </a:ext>
                  </a:extLst>
                </a:gridCol>
                <a:gridCol w="1119594">
                  <a:extLst>
                    <a:ext uri="{9D8B030D-6E8A-4147-A177-3AD203B41FA5}">
                      <a16:colId xmlns:a16="http://schemas.microsoft.com/office/drawing/2014/main" val="308732265"/>
                    </a:ext>
                  </a:extLst>
                </a:gridCol>
                <a:gridCol w="1119594">
                  <a:extLst>
                    <a:ext uri="{9D8B030D-6E8A-4147-A177-3AD203B41FA5}">
                      <a16:colId xmlns:a16="http://schemas.microsoft.com/office/drawing/2014/main" val="3168774294"/>
                    </a:ext>
                  </a:extLst>
                </a:gridCol>
                <a:gridCol w="1119594">
                  <a:extLst>
                    <a:ext uri="{9D8B030D-6E8A-4147-A177-3AD203B41FA5}">
                      <a16:colId xmlns:a16="http://schemas.microsoft.com/office/drawing/2014/main" val="935867151"/>
                    </a:ext>
                  </a:extLst>
                </a:gridCol>
              </a:tblGrid>
              <a:tr h="92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 b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组件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 b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文件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 b="1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行数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Props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 b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功能描述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882017"/>
                  </a:ext>
                </a:extLst>
              </a:tr>
              <a:tr h="613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 err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PageTopBar</a:t>
                      </a:r>
                      <a:endParaRPr lang="en-US" sz="80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 err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PageTopBar</a:t>
                      </a:r>
                      <a:r>
                        <a:rPr lang="en-US" sz="800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/</a:t>
                      </a:r>
                      <a:r>
                        <a:rPr lang="en-US" sz="800" dirty="0" err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index.jsx</a:t>
                      </a:r>
                      <a:endParaRPr lang="en-US" sz="80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~70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title, onBack, rightActions[], showBack, transparent, fixed, elevated, children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页面顶部导航栏，支持透明</a:t>
                      </a: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/</a:t>
                      </a: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固定</a:t>
                      </a: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/</a:t>
                      </a: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阴影模式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707484"/>
                  </a:ext>
                </a:extLst>
              </a:tr>
              <a:tr h="350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GlobalBottomNav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 err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GlobalBottomNav</a:t>
                      </a:r>
                      <a:r>
                        <a:rPr lang="en-US" sz="800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/</a:t>
                      </a:r>
                      <a:r>
                        <a:rPr lang="en-US" sz="800" dirty="0" err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index.jsx</a:t>
                      </a:r>
                      <a:endParaRPr lang="en-US" sz="80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~160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-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自定义底部 </a:t>
                      </a: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Tab </a:t>
                      </a: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导航，路由感知，地图页隐藏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45059"/>
                  </a:ext>
                </a:extLst>
              </a:tr>
              <a:tr h="4162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HotelCard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HotelCard/index.jsx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~90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hotel, onClick, badgeText, extraMetaItems, showPrice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酒店列表卡片，左图右信息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16783"/>
                  </a:ext>
                </a:extLst>
              </a:tr>
              <a:tr h="350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OrderCard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OrderCard/index.jsx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~110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order, onPay, onDetail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订单卡片，含状态标签和操作按钮 </a:t>
                      </a: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(memo)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880560"/>
                  </a:ext>
                </a:extLst>
              </a:tr>
              <a:tr h="613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OrderList / ListContainer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OrderList/index.jsx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~500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items, renderItem, hasMore, loading, onLoadMore, onRefresh...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通用列表容器 </a:t>
                      </a: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+ </a:t>
                      </a: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工厂函数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325959"/>
                  </a:ext>
                </a:extLst>
              </a:tr>
              <a:tr h="481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RoomTypeCard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RoomTypeCard/index.jsx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~130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room, onBook, onOpen, booking, soldOut, metaResolver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房型卡片 </a:t>
                      </a: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(</a:t>
                      </a: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memo)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229107"/>
                  </a:ext>
                </a:extLst>
              </a:tr>
              <a:tr h="481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BookingBottomBar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BookingBottomBar/index.jsx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~57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price, actionText, loading, disabled, onAction, leftContent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底部预订操作栏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906556"/>
                  </a:ext>
                </a:extLst>
              </a:tr>
              <a:tr h="4162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GlassButton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GlassButton/index.jsx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~45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children, onClick, tone, fill, size, block, loading, disabled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毛玻璃风格按钮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790307"/>
                  </a:ext>
                </a:extLst>
              </a:tr>
              <a:tr h="219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 err="1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GlassToastHost</a:t>
                      </a:r>
                      <a:endParaRPr lang="en-US" sz="80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GlassToast/index.jsx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~90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80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-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800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全局 </a:t>
                      </a:r>
                      <a:r>
                        <a:rPr lang="en-US" sz="800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Toast </a:t>
                      </a:r>
                      <a:r>
                        <a:rPr lang="zh-CN" altLang="en-US" sz="800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宿主（仅 </a:t>
                      </a:r>
                      <a:r>
                        <a:rPr lang="en-US" sz="800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H5 </a:t>
                      </a:r>
                      <a:r>
                        <a:rPr lang="zh-CN" altLang="en-US" sz="800" dirty="0"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激活）</a:t>
                      </a:r>
                    </a:p>
                  </a:txBody>
                  <a:tcPr marL="25619" marR="25619" marT="11824" marB="11824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1054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285750"/>
                </a:lnTo>
                <a:cubicBezTo>
                  <a:pt x="63500" y="303273"/>
                  <a:pt x="49273" y="317500"/>
                  <a:pt x="31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6250" y="317500"/>
            <a:ext cx="34051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移动端技术实现: 动效体系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698500"/>
            <a:ext cx="1146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ANIMATION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50925"/>
            <a:ext cx="3760787" cy="2514600"/>
          </a:xfrm>
          <a:custGeom>
            <a:avLst/>
            <a:gdLst/>
            <a:ahLst/>
            <a:cxnLst/>
            <a:rect l="l" t="t" r="r" b="b"/>
            <a:pathLst>
              <a:path w="3760787" h="2514600">
                <a:moveTo>
                  <a:pt x="95253" y="0"/>
                </a:moveTo>
                <a:lnTo>
                  <a:pt x="3665534" y="0"/>
                </a:lnTo>
                <a:cubicBezTo>
                  <a:pt x="3718141" y="0"/>
                  <a:pt x="3760788" y="42646"/>
                  <a:pt x="3760788" y="95253"/>
                </a:cubicBezTo>
                <a:lnTo>
                  <a:pt x="3760787" y="2419347"/>
                </a:lnTo>
                <a:cubicBezTo>
                  <a:pt x="3760787" y="2471954"/>
                  <a:pt x="3718141" y="2514600"/>
                  <a:pt x="3665534" y="2514600"/>
                </a:cubicBezTo>
                <a:lnTo>
                  <a:pt x="95253" y="2514600"/>
                </a:lnTo>
                <a:cubicBezTo>
                  <a:pt x="42646" y="2514600"/>
                  <a:pt x="0" y="2471954"/>
                  <a:pt x="0" y="24193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0850" y="1181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71897" y="129222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29766"/>
                </a:lnTo>
                <a:close/>
                <a:moveTo>
                  <a:pt x="14883" y="114102"/>
                </a:moveTo>
                <a:lnTo>
                  <a:pt x="14883" y="124023"/>
                </a:lnTo>
                <a:cubicBezTo>
                  <a:pt x="14883" y="126752"/>
                  <a:pt x="17115" y="128984"/>
                  <a:pt x="19844" y="128984"/>
                </a:cubicBezTo>
                <a:lnTo>
                  <a:pt x="29766" y="128984"/>
                </a:lnTo>
                <a:cubicBezTo>
                  <a:pt x="32494" y="128984"/>
                  <a:pt x="34727" y="126752"/>
                  <a:pt x="34727" y="124023"/>
                </a:cubicBezTo>
                <a:lnTo>
                  <a:pt x="34727" y="114102"/>
                </a:lnTo>
                <a:cubicBezTo>
                  <a:pt x="34727" y="111373"/>
                  <a:pt x="32494" y="109141"/>
                  <a:pt x="29766" y="109141"/>
                </a:cubicBezTo>
                <a:lnTo>
                  <a:pt x="19844" y="109141"/>
                </a:lnTo>
                <a:cubicBezTo>
                  <a:pt x="17115" y="109141"/>
                  <a:pt x="14883" y="111373"/>
                  <a:pt x="14883" y="114102"/>
                </a:cubicBezTo>
                <a:close/>
                <a:moveTo>
                  <a:pt x="109141" y="109141"/>
                </a:moveTo>
                <a:cubicBezTo>
                  <a:pt x="106412" y="109141"/>
                  <a:pt x="104180" y="111373"/>
                  <a:pt x="104180" y="114102"/>
                </a:cubicBezTo>
                <a:lnTo>
                  <a:pt x="104180" y="124023"/>
                </a:lnTo>
                <a:cubicBezTo>
                  <a:pt x="104180" y="126752"/>
                  <a:pt x="106412" y="128984"/>
                  <a:pt x="109141" y="128984"/>
                </a:cubicBezTo>
                <a:lnTo>
                  <a:pt x="119062" y="128984"/>
                </a:lnTo>
                <a:cubicBezTo>
                  <a:pt x="121791" y="128984"/>
                  <a:pt x="124023" y="126752"/>
                  <a:pt x="124023" y="124023"/>
                </a:cubicBezTo>
                <a:lnTo>
                  <a:pt x="124023" y="114102"/>
                </a:lnTo>
                <a:cubicBezTo>
                  <a:pt x="124023" y="111373"/>
                  <a:pt x="121791" y="109141"/>
                  <a:pt x="119062" y="109141"/>
                </a:cubicBezTo>
                <a:lnTo>
                  <a:pt x="109141" y="109141"/>
                </a:lnTo>
                <a:close/>
                <a:moveTo>
                  <a:pt x="14883" y="74414"/>
                </a:moveTo>
                <a:lnTo>
                  <a:pt x="14883" y="84336"/>
                </a:lnTo>
                <a:cubicBezTo>
                  <a:pt x="14883" y="87064"/>
                  <a:pt x="17115" y="89297"/>
                  <a:pt x="19844" y="89297"/>
                </a:cubicBezTo>
                <a:lnTo>
                  <a:pt x="29766" y="89297"/>
                </a:lnTo>
                <a:cubicBezTo>
                  <a:pt x="32494" y="89297"/>
                  <a:pt x="34727" y="87064"/>
                  <a:pt x="34727" y="84336"/>
                </a:cubicBezTo>
                <a:lnTo>
                  <a:pt x="34727" y="74414"/>
                </a:lnTo>
                <a:cubicBezTo>
                  <a:pt x="34727" y="71686"/>
                  <a:pt x="32494" y="69453"/>
                  <a:pt x="29766" y="69453"/>
                </a:cubicBezTo>
                <a:lnTo>
                  <a:pt x="19844" y="69453"/>
                </a:lnTo>
                <a:cubicBezTo>
                  <a:pt x="17115" y="69453"/>
                  <a:pt x="14883" y="71686"/>
                  <a:pt x="14883" y="74414"/>
                </a:cubicBezTo>
                <a:close/>
                <a:moveTo>
                  <a:pt x="109141" y="69453"/>
                </a:moveTo>
                <a:cubicBezTo>
                  <a:pt x="106412" y="69453"/>
                  <a:pt x="104180" y="71686"/>
                  <a:pt x="104180" y="74414"/>
                </a:cubicBezTo>
                <a:lnTo>
                  <a:pt x="104180" y="84336"/>
                </a:lnTo>
                <a:cubicBezTo>
                  <a:pt x="104180" y="87064"/>
                  <a:pt x="106412" y="89297"/>
                  <a:pt x="109141" y="89297"/>
                </a:cubicBezTo>
                <a:lnTo>
                  <a:pt x="119062" y="89297"/>
                </a:lnTo>
                <a:cubicBezTo>
                  <a:pt x="121791" y="89297"/>
                  <a:pt x="124023" y="87064"/>
                  <a:pt x="124023" y="84336"/>
                </a:cubicBezTo>
                <a:lnTo>
                  <a:pt x="124023" y="74414"/>
                </a:lnTo>
                <a:cubicBezTo>
                  <a:pt x="124023" y="71686"/>
                  <a:pt x="121791" y="69453"/>
                  <a:pt x="119062" y="69453"/>
                </a:cubicBezTo>
                <a:lnTo>
                  <a:pt x="109141" y="69453"/>
                </a:lnTo>
                <a:close/>
                <a:moveTo>
                  <a:pt x="14883" y="34727"/>
                </a:moveTo>
                <a:lnTo>
                  <a:pt x="14883" y="44648"/>
                </a:lnTo>
                <a:cubicBezTo>
                  <a:pt x="14883" y="47377"/>
                  <a:pt x="17115" y="49609"/>
                  <a:pt x="19844" y="49609"/>
                </a:cubicBezTo>
                <a:lnTo>
                  <a:pt x="29766" y="49609"/>
                </a:lnTo>
                <a:cubicBezTo>
                  <a:pt x="32494" y="49609"/>
                  <a:pt x="34727" y="47377"/>
                  <a:pt x="34727" y="44648"/>
                </a:cubicBezTo>
                <a:lnTo>
                  <a:pt x="34727" y="34727"/>
                </a:lnTo>
                <a:cubicBezTo>
                  <a:pt x="34727" y="31998"/>
                  <a:pt x="32494" y="29766"/>
                  <a:pt x="29766" y="29766"/>
                </a:cubicBezTo>
                <a:lnTo>
                  <a:pt x="19844" y="29766"/>
                </a:lnTo>
                <a:cubicBezTo>
                  <a:pt x="17115" y="29766"/>
                  <a:pt x="14883" y="31998"/>
                  <a:pt x="14883" y="34727"/>
                </a:cubicBezTo>
                <a:close/>
                <a:moveTo>
                  <a:pt x="109141" y="29766"/>
                </a:moveTo>
                <a:cubicBezTo>
                  <a:pt x="106412" y="29766"/>
                  <a:pt x="104180" y="31998"/>
                  <a:pt x="104180" y="34727"/>
                </a:cubicBezTo>
                <a:lnTo>
                  <a:pt x="104180" y="44648"/>
                </a:lnTo>
                <a:cubicBezTo>
                  <a:pt x="104180" y="47377"/>
                  <a:pt x="106412" y="49609"/>
                  <a:pt x="109141" y="49609"/>
                </a:cubicBezTo>
                <a:lnTo>
                  <a:pt x="119062" y="49609"/>
                </a:lnTo>
                <a:cubicBezTo>
                  <a:pt x="121791" y="49609"/>
                  <a:pt x="124023" y="47377"/>
                  <a:pt x="124023" y="44648"/>
                </a:cubicBezTo>
                <a:lnTo>
                  <a:pt x="124023" y="34727"/>
                </a:lnTo>
                <a:cubicBezTo>
                  <a:pt x="124023" y="31998"/>
                  <a:pt x="121791" y="29766"/>
                  <a:pt x="119062" y="29766"/>
                </a:cubicBezTo>
                <a:lnTo>
                  <a:pt x="109141" y="2976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27100" y="1260477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850" y="1657352"/>
            <a:ext cx="356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列表项入场动画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850" y="1911352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阶梯错开进场效果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0850" y="2165352"/>
            <a:ext cx="3500438" cy="920750"/>
          </a:xfrm>
          <a:custGeom>
            <a:avLst/>
            <a:gdLst/>
            <a:ahLst/>
            <a:cxnLst/>
            <a:rect l="l" t="t" r="r" b="b"/>
            <a:pathLst>
              <a:path w="3500438" h="920750">
                <a:moveTo>
                  <a:pt x="63504" y="0"/>
                </a:moveTo>
                <a:lnTo>
                  <a:pt x="3436933" y="0"/>
                </a:lnTo>
                <a:cubicBezTo>
                  <a:pt x="3472006" y="0"/>
                  <a:pt x="3500438" y="28432"/>
                  <a:pt x="3500438" y="63504"/>
                </a:cubicBezTo>
                <a:lnTo>
                  <a:pt x="3500438" y="857246"/>
                </a:lnTo>
                <a:cubicBezTo>
                  <a:pt x="3500438" y="892318"/>
                  <a:pt x="3472006" y="920750"/>
                  <a:pt x="3436933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6100" y="22606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opacity: 0→1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6100" y="24511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translateY(6px)→0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100" y="26416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scale(0.995)→1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6100" y="28321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时长: 0.22s ease-out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0850" y="3181352"/>
            <a:ext cx="3500438" cy="254000"/>
          </a:xfrm>
          <a:custGeom>
            <a:avLst/>
            <a:gdLst/>
            <a:ahLst/>
            <a:cxnLst/>
            <a:rect l="l" t="t" r="r" b="b"/>
            <a:pathLst>
              <a:path w="3500438" h="2540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190500"/>
                </a:lnTo>
                <a:cubicBezTo>
                  <a:pt x="3500438" y="225547"/>
                  <a:pt x="3471984" y="254000"/>
                  <a:pt x="3436938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677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14350" y="3244852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167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延迟: min(index, 10) × 20ms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15309" y="1050925"/>
            <a:ext cx="3760787" cy="2514600"/>
          </a:xfrm>
          <a:custGeom>
            <a:avLst/>
            <a:gdLst/>
            <a:ahLst/>
            <a:cxnLst/>
            <a:rect l="l" t="t" r="r" b="b"/>
            <a:pathLst>
              <a:path w="3760787" h="2514600">
                <a:moveTo>
                  <a:pt x="95253" y="0"/>
                </a:moveTo>
                <a:lnTo>
                  <a:pt x="3665534" y="0"/>
                </a:lnTo>
                <a:cubicBezTo>
                  <a:pt x="3718141" y="0"/>
                  <a:pt x="3760788" y="42646"/>
                  <a:pt x="3760788" y="95253"/>
                </a:cubicBezTo>
                <a:lnTo>
                  <a:pt x="3760787" y="2419347"/>
                </a:lnTo>
                <a:cubicBezTo>
                  <a:pt x="3760787" y="2471954"/>
                  <a:pt x="3718141" y="2514600"/>
                  <a:pt x="3665534" y="2514600"/>
                </a:cubicBezTo>
                <a:lnTo>
                  <a:pt x="95253" y="2514600"/>
                </a:lnTo>
                <a:cubicBezTo>
                  <a:pt x="42646" y="2514600"/>
                  <a:pt x="0" y="2471954"/>
                  <a:pt x="0" y="24193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9A9FF">
                <a:alpha val="20000"/>
              </a:srgbClr>
            </a:solidFill>
            <a:prstDash val="solid"/>
          </a:ln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45484" y="1181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46687" y="129222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5252" y="-3132"/>
                </a:moveTo>
                <a:cubicBezTo>
                  <a:pt x="57547" y="-4093"/>
                  <a:pt x="60151" y="-3814"/>
                  <a:pt x="62229" y="-2449"/>
                </a:cubicBezTo>
                <a:lnTo>
                  <a:pt x="89452" y="15596"/>
                </a:lnTo>
                <a:lnTo>
                  <a:pt x="116675" y="-2449"/>
                </a:lnTo>
                <a:cubicBezTo>
                  <a:pt x="118752" y="-3814"/>
                  <a:pt x="121357" y="-4062"/>
                  <a:pt x="123651" y="-3132"/>
                </a:cubicBezTo>
                <a:cubicBezTo>
                  <a:pt x="125946" y="-2201"/>
                  <a:pt x="127558" y="-155"/>
                  <a:pt x="128054" y="2263"/>
                </a:cubicBezTo>
                <a:lnTo>
                  <a:pt x="134534" y="34261"/>
                </a:lnTo>
                <a:lnTo>
                  <a:pt x="166532" y="40742"/>
                </a:lnTo>
                <a:cubicBezTo>
                  <a:pt x="168951" y="41238"/>
                  <a:pt x="170997" y="42912"/>
                  <a:pt x="171927" y="45176"/>
                </a:cubicBezTo>
                <a:cubicBezTo>
                  <a:pt x="172858" y="47439"/>
                  <a:pt x="172610" y="50074"/>
                  <a:pt x="171245" y="52152"/>
                </a:cubicBezTo>
                <a:lnTo>
                  <a:pt x="153200" y="79375"/>
                </a:lnTo>
                <a:lnTo>
                  <a:pt x="171245" y="106598"/>
                </a:lnTo>
                <a:cubicBezTo>
                  <a:pt x="172610" y="108676"/>
                  <a:pt x="172858" y="111280"/>
                  <a:pt x="171927" y="113574"/>
                </a:cubicBezTo>
                <a:cubicBezTo>
                  <a:pt x="170997" y="115869"/>
                  <a:pt x="168951" y="117543"/>
                  <a:pt x="166532" y="118008"/>
                </a:cubicBezTo>
                <a:lnTo>
                  <a:pt x="134503" y="124458"/>
                </a:lnTo>
                <a:lnTo>
                  <a:pt x="128054" y="156487"/>
                </a:lnTo>
                <a:cubicBezTo>
                  <a:pt x="127558" y="158905"/>
                  <a:pt x="125884" y="160951"/>
                  <a:pt x="123620" y="161882"/>
                </a:cubicBezTo>
                <a:cubicBezTo>
                  <a:pt x="121357" y="162812"/>
                  <a:pt x="118721" y="162564"/>
                  <a:pt x="116644" y="161199"/>
                </a:cubicBezTo>
                <a:lnTo>
                  <a:pt x="89421" y="143154"/>
                </a:lnTo>
                <a:lnTo>
                  <a:pt x="62198" y="161199"/>
                </a:lnTo>
                <a:cubicBezTo>
                  <a:pt x="60120" y="162564"/>
                  <a:pt x="57516" y="162812"/>
                  <a:pt x="55221" y="161882"/>
                </a:cubicBezTo>
                <a:cubicBezTo>
                  <a:pt x="52927" y="160951"/>
                  <a:pt x="51253" y="158905"/>
                  <a:pt x="50788" y="156487"/>
                </a:cubicBezTo>
                <a:lnTo>
                  <a:pt x="44338" y="124458"/>
                </a:lnTo>
                <a:lnTo>
                  <a:pt x="12309" y="117977"/>
                </a:lnTo>
                <a:cubicBezTo>
                  <a:pt x="9891" y="117481"/>
                  <a:pt x="7844" y="115807"/>
                  <a:pt x="6914" y="113543"/>
                </a:cubicBezTo>
                <a:cubicBezTo>
                  <a:pt x="5984" y="111280"/>
                  <a:pt x="6232" y="108645"/>
                  <a:pt x="7596" y="106567"/>
                </a:cubicBezTo>
                <a:lnTo>
                  <a:pt x="25642" y="79375"/>
                </a:lnTo>
                <a:lnTo>
                  <a:pt x="7596" y="52152"/>
                </a:lnTo>
                <a:cubicBezTo>
                  <a:pt x="6232" y="50074"/>
                  <a:pt x="5984" y="47470"/>
                  <a:pt x="6914" y="45176"/>
                </a:cubicBezTo>
                <a:cubicBezTo>
                  <a:pt x="7844" y="42881"/>
                  <a:pt x="9891" y="41207"/>
                  <a:pt x="12309" y="40742"/>
                </a:cubicBezTo>
                <a:lnTo>
                  <a:pt x="44338" y="34292"/>
                </a:lnTo>
                <a:lnTo>
                  <a:pt x="50819" y="2263"/>
                </a:lnTo>
                <a:cubicBezTo>
                  <a:pt x="51315" y="-155"/>
                  <a:pt x="52989" y="-2201"/>
                  <a:pt x="55252" y="-3132"/>
                </a:cubicBezTo>
                <a:close/>
                <a:moveTo>
                  <a:pt x="64368" y="79375"/>
                </a:moveTo>
                <a:cubicBezTo>
                  <a:pt x="64368" y="70469"/>
                  <a:pt x="69120" y="62239"/>
                  <a:pt x="76833" y="57786"/>
                </a:cubicBezTo>
                <a:cubicBezTo>
                  <a:pt x="84545" y="53333"/>
                  <a:pt x="94048" y="53333"/>
                  <a:pt x="101761" y="57786"/>
                </a:cubicBezTo>
                <a:cubicBezTo>
                  <a:pt x="109474" y="62239"/>
                  <a:pt x="114226" y="70469"/>
                  <a:pt x="114226" y="79375"/>
                </a:cubicBezTo>
                <a:cubicBezTo>
                  <a:pt x="114226" y="93134"/>
                  <a:pt x="103055" y="104304"/>
                  <a:pt x="89297" y="104304"/>
                </a:cubicBezTo>
                <a:cubicBezTo>
                  <a:pt x="75538" y="104304"/>
                  <a:pt x="64368" y="93134"/>
                  <a:pt x="64368" y="79375"/>
                </a:cubicBezTo>
                <a:close/>
                <a:moveTo>
                  <a:pt x="129108" y="79375"/>
                </a:moveTo>
                <a:cubicBezTo>
                  <a:pt x="129108" y="57402"/>
                  <a:pt x="111269" y="39563"/>
                  <a:pt x="89297" y="39563"/>
                </a:cubicBezTo>
                <a:cubicBezTo>
                  <a:pt x="67324" y="39563"/>
                  <a:pt x="49485" y="57402"/>
                  <a:pt x="49485" y="79375"/>
                </a:cubicBezTo>
                <a:cubicBezTo>
                  <a:pt x="49485" y="93598"/>
                  <a:pt x="57073" y="106741"/>
                  <a:pt x="69391" y="113853"/>
                </a:cubicBezTo>
                <a:cubicBezTo>
                  <a:pt x="81709" y="120964"/>
                  <a:pt x="96885" y="120964"/>
                  <a:pt x="109203" y="113853"/>
                </a:cubicBezTo>
                <a:cubicBezTo>
                  <a:pt x="121520" y="106741"/>
                  <a:pt x="129108" y="93598"/>
                  <a:pt x="129108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21734" y="1260477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5484" y="1657352"/>
            <a:ext cx="356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骨架屏流光扫描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45484" y="1911352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加载中光效动画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45484" y="2165352"/>
            <a:ext cx="3500438" cy="920750"/>
          </a:xfrm>
          <a:custGeom>
            <a:avLst/>
            <a:gdLst/>
            <a:ahLst/>
            <a:cxnLst/>
            <a:rect l="l" t="t" r="r" b="b"/>
            <a:pathLst>
              <a:path w="3500438" h="920750">
                <a:moveTo>
                  <a:pt x="63504" y="0"/>
                </a:moveTo>
                <a:lnTo>
                  <a:pt x="3436933" y="0"/>
                </a:lnTo>
                <a:cubicBezTo>
                  <a:pt x="3472006" y="0"/>
                  <a:pt x="3500438" y="28432"/>
                  <a:pt x="3500438" y="63504"/>
                </a:cubicBezTo>
                <a:lnTo>
                  <a:pt x="3500438" y="857246"/>
                </a:lnTo>
                <a:cubicBezTo>
                  <a:pt x="3500438" y="892318"/>
                  <a:pt x="3472006" y="920750"/>
                  <a:pt x="3436933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440734" y="22606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CSS横向渐变背景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40734" y="24511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#edf1f6 → #f8fbff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40734" y="26416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background-position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0734" y="28321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1.2s 无限循环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45484" y="3181352"/>
            <a:ext cx="3500438" cy="254000"/>
          </a:xfrm>
          <a:custGeom>
            <a:avLst/>
            <a:gdLst/>
            <a:ahLst/>
            <a:cxnLst/>
            <a:rect l="l" t="t" r="r" b="b"/>
            <a:pathLst>
              <a:path w="3500438" h="2540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190500"/>
                </a:lnTo>
                <a:cubicBezTo>
                  <a:pt x="3500438" y="225547"/>
                  <a:pt x="3471984" y="254000"/>
                  <a:pt x="3436938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9A9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08984" y="3244852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39A9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覆盖: 初次加载 + 上拉加载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9942" y="1050925"/>
            <a:ext cx="3760787" cy="2514600"/>
          </a:xfrm>
          <a:custGeom>
            <a:avLst/>
            <a:gdLst/>
            <a:ahLst/>
            <a:cxnLst/>
            <a:rect l="l" t="t" r="r" b="b"/>
            <a:pathLst>
              <a:path w="3760787" h="2514600">
                <a:moveTo>
                  <a:pt x="95253" y="0"/>
                </a:moveTo>
                <a:lnTo>
                  <a:pt x="3665534" y="0"/>
                </a:lnTo>
                <a:cubicBezTo>
                  <a:pt x="3718141" y="0"/>
                  <a:pt x="3760788" y="42646"/>
                  <a:pt x="3760788" y="95253"/>
                </a:cubicBezTo>
                <a:lnTo>
                  <a:pt x="3760787" y="2419347"/>
                </a:lnTo>
                <a:cubicBezTo>
                  <a:pt x="3760787" y="2471954"/>
                  <a:pt x="3718141" y="2514600"/>
                  <a:pt x="3665534" y="2514600"/>
                </a:cubicBezTo>
                <a:lnTo>
                  <a:pt x="95253" y="2514600"/>
                </a:lnTo>
                <a:cubicBezTo>
                  <a:pt x="42646" y="2514600"/>
                  <a:pt x="0" y="2471954"/>
                  <a:pt x="0" y="24193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4CC9F0">
                <a:alpha val="20000"/>
              </a:srgbClr>
            </a:solidFill>
            <a:prstDash val="solid"/>
          </a:ln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240117" y="1181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1677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361164" y="129222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12402"/>
                </a:moveTo>
                <a:cubicBezTo>
                  <a:pt x="39688" y="5550"/>
                  <a:pt x="45238" y="0"/>
                  <a:pt x="52090" y="0"/>
                </a:cubicBezTo>
                <a:cubicBezTo>
                  <a:pt x="58942" y="0"/>
                  <a:pt x="64492" y="5550"/>
                  <a:pt x="64492" y="12402"/>
                </a:cubicBezTo>
                <a:lnTo>
                  <a:pt x="64492" y="58353"/>
                </a:lnTo>
                <a:cubicBezTo>
                  <a:pt x="67128" y="55997"/>
                  <a:pt x="70600" y="54570"/>
                  <a:pt x="74414" y="54570"/>
                </a:cubicBezTo>
                <a:cubicBezTo>
                  <a:pt x="80801" y="54570"/>
                  <a:pt x="86258" y="58601"/>
                  <a:pt x="88367" y="64244"/>
                </a:cubicBezTo>
                <a:cubicBezTo>
                  <a:pt x="91095" y="61361"/>
                  <a:pt x="94940" y="59531"/>
                  <a:pt x="99219" y="59531"/>
                </a:cubicBezTo>
                <a:cubicBezTo>
                  <a:pt x="107063" y="59531"/>
                  <a:pt x="113481" y="65577"/>
                  <a:pt x="114071" y="73267"/>
                </a:cubicBezTo>
                <a:cubicBezTo>
                  <a:pt x="116706" y="70879"/>
                  <a:pt x="120210" y="69453"/>
                  <a:pt x="124023" y="69453"/>
                </a:cubicBezTo>
                <a:cubicBezTo>
                  <a:pt x="132240" y="69453"/>
                  <a:pt x="138906" y="76119"/>
                  <a:pt x="138906" y="84336"/>
                </a:cubicBezTo>
                <a:lnTo>
                  <a:pt x="138906" y="119062"/>
                </a:lnTo>
                <a:cubicBezTo>
                  <a:pt x="138906" y="140984"/>
                  <a:pt x="121140" y="158750"/>
                  <a:pt x="99219" y="158750"/>
                </a:cubicBezTo>
                <a:lnTo>
                  <a:pt x="72771" y="158750"/>
                </a:lnTo>
                <a:cubicBezTo>
                  <a:pt x="71220" y="158750"/>
                  <a:pt x="69701" y="158657"/>
                  <a:pt x="68213" y="158440"/>
                </a:cubicBezTo>
                <a:cubicBezTo>
                  <a:pt x="51067" y="156704"/>
                  <a:pt x="35285" y="147898"/>
                  <a:pt x="24805" y="133945"/>
                </a:cubicBezTo>
                <a:lnTo>
                  <a:pt x="2480" y="104180"/>
                </a:lnTo>
                <a:cubicBezTo>
                  <a:pt x="-1643" y="98692"/>
                  <a:pt x="-527" y="90940"/>
                  <a:pt x="4961" y="86816"/>
                </a:cubicBezTo>
                <a:cubicBezTo>
                  <a:pt x="10449" y="82693"/>
                  <a:pt x="18200" y="83809"/>
                  <a:pt x="22324" y="89297"/>
                </a:cubicBezTo>
                <a:lnTo>
                  <a:pt x="39688" y="112458"/>
                </a:lnTo>
                <a:lnTo>
                  <a:pt x="39688" y="12402"/>
                </a:lnTo>
                <a:close/>
                <a:moveTo>
                  <a:pt x="74414" y="94258"/>
                </a:moveTo>
                <a:cubicBezTo>
                  <a:pt x="74414" y="91529"/>
                  <a:pt x="72182" y="89297"/>
                  <a:pt x="69453" y="89297"/>
                </a:cubicBezTo>
                <a:cubicBezTo>
                  <a:pt x="66725" y="89297"/>
                  <a:pt x="64492" y="91529"/>
                  <a:pt x="64492" y="94258"/>
                </a:cubicBezTo>
                <a:lnTo>
                  <a:pt x="64492" y="124023"/>
                </a:lnTo>
                <a:cubicBezTo>
                  <a:pt x="64492" y="126752"/>
                  <a:pt x="66725" y="128984"/>
                  <a:pt x="69453" y="128984"/>
                </a:cubicBezTo>
                <a:cubicBezTo>
                  <a:pt x="72182" y="128984"/>
                  <a:pt x="74414" y="126752"/>
                  <a:pt x="74414" y="124023"/>
                </a:cubicBezTo>
                <a:lnTo>
                  <a:pt x="74414" y="94258"/>
                </a:lnTo>
                <a:close/>
                <a:moveTo>
                  <a:pt x="89297" y="89297"/>
                </a:moveTo>
                <a:cubicBezTo>
                  <a:pt x="86568" y="89297"/>
                  <a:pt x="84336" y="91529"/>
                  <a:pt x="84336" y="94258"/>
                </a:cubicBezTo>
                <a:lnTo>
                  <a:pt x="84336" y="124023"/>
                </a:lnTo>
                <a:cubicBezTo>
                  <a:pt x="84336" y="126752"/>
                  <a:pt x="86568" y="128984"/>
                  <a:pt x="89297" y="128984"/>
                </a:cubicBezTo>
                <a:cubicBezTo>
                  <a:pt x="92025" y="128984"/>
                  <a:pt x="94258" y="126752"/>
                  <a:pt x="94258" y="124023"/>
                </a:cubicBezTo>
                <a:lnTo>
                  <a:pt x="94258" y="94258"/>
                </a:lnTo>
                <a:cubicBezTo>
                  <a:pt x="94258" y="91529"/>
                  <a:pt x="92025" y="89297"/>
                  <a:pt x="89297" y="89297"/>
                </a:cubicBezTo>
                <a:close/>
                <a:moveTo>
                  <a:pt x="114102" y="94258"/>
                </a:moveTo>
                <a:cubicBezTo>
                  <a:pt x="114102" y="91529"/>
                  <a:pt x="111869" y="89297"/>
                  <a:pt x="109141" y="89297"/>
                </a:cubicBezTo>
                <a:cubicBezTo>
                  <a:pt x="106412" y="89297"/>
                  <a:pt x="104180" y="91529"/>
                  <a:pt x="104180" y="94258"/>
                </a:cubicBezTo>
                <a:lnTo>
                  <a:pt x="104180" y="124023"/>
                </a:lnTo>
                <a:cubicBezTo>
                  <a:pt x="104180" y="126752"/>
                  <a:pt x="106412" y="128984"/>
                  <a:pt x="109141" y="128984"/>
                </a:cubicBezTo>
                <a:cubicBezTo>
                  <a:pt x="111869" y="128984"/>
                  <a:pt x="114102" y="126752"/>
                  <a:pt x="114102" y="124023"/>
                </a:cubicBezTo>
                <a:lnTo>
                  <a:pt x="114102" y="9425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716367" y="1260477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动效三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40117" y="1657352"/>
            <a:ext cx="356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下拉刷新三阶段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0117" y="1911352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实时反馈交互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40117" y="2165352"/>
            <a:ext cx="3500438" cy="920750"/>
          </a:xfrm>
          <a:custGeom>
            <a:avLst/>
            <a:gdLst/>
            <a:ahLst/>
            <a:cxnLst/>
            <a:rect l="l" t="t" r="r" b="b"/>
            <a:pathLst>
              <a:path w="3500438" h="920750">
                <a:moveTo>
                  <a:pt x="63504" y="0"/>
                </a:moveTo>
                <a:lnTo>
                  <a:pt x="3436933" y="0"/>
                </a:lnTo>
                <a:cubicBezTo>
                  <a:pt x="3472006" y="0"/>
                  <a:pt x="3500438" y="28432"/>
                  <a:pt x="3500438" y="63504"/>
                </a:cubicBezTo>
                <a:lnTo>
                  <a:pt x="3500438" y="857246"/>
                </a:lnTo>
                <a:cubicBezTo>
                  <a:pt x="3500438" y="892318"/>
                  <a:pt x="3472006" y="920750"/>
                  <a:pt x="3436933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335367" y="22606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20603050405020304" pitchFamily="18" charset="0"/>
              </a:rPr>
              <a:t>• </a:t>
            </a:r>
            <a:r>
              <a:rPr lang="en-US" sz="950" b="1" dirty="0" err="1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20603050405020304" pitchFamily="18" charset="0"/>
              </a:rPr>
              <a:t>拖拽中</a:t>
            </a:r>
            <a:r>
              <a:rPr lang="en-US" sz="950" b="1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20603050405020304" pitchFamily="18" charset="0"/>
              </a:rPr>
              <a:t>: </a:t>
            </a:r>
            <a:r>
              <a:rPr lang="en-US" sz="950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20603050405020304" pitchFamily="18" charset="0"/>
              </a:rPr>
              <a:t> </a:t>
            </a:r>
            <a:r>
              <a:rPr lang="en-US" sz="950" dirty="0" err="1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20603050405020304" pitchFamily="18" charset="0"/>
              </a:rPr>
              <a:t>圆点放大</a:t>
            </a:r>
            <a:endParaRPr lang="en-US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35367" y="24511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 </a:t>
            </a:r>
            <a:r>
              <a:rPr lang="zh-CN" altLang="en-US" sz="950" b="1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已达阈值：</a:t>
            </a:r>
            <a:r>
              <a:rPr lang="zh-CN" altLang="en-US" sz="950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原点加深</a:t>
            </a:r>
            <a:endParaRPr 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35367" y="26416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 </a:t>
            </a:r>
            <a:r>
              <a:rPr lang="en-US" sz="950" b="1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刷新中:</a:t>
            </a:r>
            <a:r>
              <a:rPr lang="en-US" sz="950" dirty="0">
                <a:solidFill>
                  <a:srgbClr val="0E1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pulse动画</a:t>
            </a:r>
            <a:endParaRPr 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335367" y="2832102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9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阈值: </a:t>
            </a: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72px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40117" y="3181352"/>
            <a:ext cx="3500438" cy="254000"/>
          </a:xfrm>
          <a:custGeom>
            <a:avLst/>
            <a:gdLst/>
            <a:ahLst/>
            <a:cxnLst/>
            <a:rect l="l" t="t" r="r" b="b"/>
            <a:pathLst>
              <a:path w="3500438" h="2540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190500"/>
                </a:lnTo>
                <a:cubicBezTo>
                  <a:pt x="3500438" y="225547"/>
                  <a:pt x="3471984" y="254000"/>
                  <a:pt x="3436938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CC9F0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303617" y="3244852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scale: 0.6 + (拉距/阈值) × 0.6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17500" y="3695600"/>
            <a:ext cx="5715000" cy="2897188"/>
          </a:xfrm>
          <a:custGeom>
            <a:avLst/>
            <a:gdLst/>
            <a:ahLst/>
            <a:cxnLst/>
            <a:rect l="l" t="t" r="r" b="b"/>
            <a:pathLst>
              <a:path w="5715000" h="2897188">
                <a:moveTo>
                  <a:pt x="95260" y="0"/>
                </a:moveTo>
                <a:lnTo>
                  <a:pt x="5619740" y="0"/>
                </a:lnTo>
                <a:cubicBezTo>
                  <a:pt x="5672351" y="0"/>
                  <a:pt x="5715000" y="42649"/>
                  <a:pt x="5715000" y="95260"/>
                </a:cubicBezTo>
                <a:lnTo>
                  <a:pt x="5715000" y="2801928"/>
                </a:lnTo>
                <a:cubicBezTo>
                  <a:pt x="5715000" y="2854538"/>
                  <a:pt x="5672351" y="2897187"/>
                  <a:pt x="5619740" y="2897188"/>
                </a:cubicBezTo>
                <a:lnTo>
                  <a:pt x="95260" y="2897188"/>
                </a:lnTo>
                <a:cubicBezTo>
                  <a:pt x="42649" y="2897188"/>
                  <a:pt x="0" y="2854538"/>
                  <a:pt x="0" y="2801928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solidFill>
            <a:srgbClr val="0E1F3D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44500" y="3822600"/>
            <a:ext cx="551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入场动画核心逻辑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4500" y="4057551"/>
            <a:ext cx="5400246" cy="237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const delay = animate ? `${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Math.min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(index, 10) * 20}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ms`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: '0ms'</a:t>
            </a:r>
            <a:endParaRPr lang="en-US" sz="1000" dirty="0">
              <a:solidFill>
                <a:schemeClr val="bg1"/>
              </a:solidFill>
            </a:endParaRP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&lt;View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className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={`list-item${animate ? ' list-stagger-enter' : ''}`}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style={animate ? {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animationDelay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: delay } : undefined}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/&gt;</a:t>
            </a:r>
          </a:p>
        </p:txBody>
      </p:sp>
      <p:sp>
        <p:nvSpPr>
          <p:cNvPr id="47" name="Shape 45"/>
          <p:cNvSpPr/>
          <p:nvPr/>
        </p:nvSpPr>
        <p:spPr>
          <a:xfrm>
            <a:off x="6159500" y="3695600"/>
            <a:ext cx="5715000" cy="2897188"/>
          </a:xfrm>
          <a:custGeom>
            <a:avLst/>
            <a:gdLst/>
            <a:ahLst/>
            <a:cxnLst/>
            <a:rect l="l" t="t" r="r" b="b"/>
            <a:pathLst>
              <a:path w="5715000" h="2897188">
                <a:moveTo>
                  <a:pt x="95260" y="0"/>
                </a:moveTo>
                <a:lnTo>
                  <a:pt x="5619740" y="0"/>
                </a:lnTo>
                <a:cubicBezTo>
                  <a:pt x="5672351" y="0"/>
                  <a:pt x="5715000" y="42649"/>
                  <a:pt x="5715000" y="95260"/>
                </a:cubicBezTo>
                <a:lnTo>
                  <a:pt x="5715000" y="2801928"/>
                </a:lnTo>
                <a:cubicBezTo>
                  <a:pt x="5715000" y="2854538"/>
                  <a:pt x="5672351" y="2897187"/>
                  <a:pt x="5619740" y="2897188"/>
                </a:cubicBezTo>
                <a:lnTo>
                  <a:pt x="95260" y="2897188"/>
                </a:lnTo>
                <a:cubicBezTo>
                  <a:pt x="42649" y="2897188"/>
                  <a:pt x="0" y="2854538"/>
                  <a:pt x="0" y="2801928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297414" y="386228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469063" y="3822600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设计亮点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86500" y="414010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381750" y="423535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1750" y="44576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全部封装在 ListContainer 内,业务传 animate=true 即可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86500" y="480685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381750" y="49021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统一节奏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81750" y="51243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0.22s ease-out + 20ms阶梯延迟,体验一致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86500" y="547360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381750" y="556885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统一回退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81750" y="57911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animate开关控制,低性能设备可关闭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329" y="318329"/>
            <a:ext cx="63666" cy="318329"/>
          </a:xfrm>
          <a:custGeom>
            <a:avLst/>
            <a:gdLst/>
            <a:ahLst/>
            <a:cxnLst/>
            <a:rect l="l" t="t" r="r" b="b"/>
            <a:pathLst>
              <a:path w="63666" h="318329">
                <a:moveTo>
                  <a:pt x="31833" y="0"/>
                </a:moveTo>
                <a:lnTo>
                  <a:pt x="31833" y="0"/>
                </a:lnTo>
                <a:cubicBezTo>
                  <a:pt x="49414" y="0"/>
                  <a:pt x="63666" y="14252"/>
                  <a:pt x="63666" y="31833"/>
                </a:cubicBezTo>
                <a:lnTo>
                  <a:pt x="63666" y="286496"/>
                </a:lnTo>
                <a:cubicBezTo>
                  <a:pt x="63666" y="304077"/>
                  <a:pt x="49414" y="318329"/>
                  <a:pt x="31833" y="318329"/>
                </a:cubicBezTo>
                <a:lnTo>
                  <a:pt x="31833" y="318329"/>
                </a:lnTo>
                <a:cubicBezTo>
                  <a:pt x="14252" y="318329"/>
                  <a:pt x="0" y="304077"/>
                  <a:pt x="0" y="286496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7493" y="318329"/>
            <a:ext cx="2148721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管理端架构设计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7493" y="700324"/>
            <a:ext cx="11467802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ADMIN ARCHITECTURE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329" y="1050486"/>
            <a:ext cx="11555342" cy="493410"/>
          </a:xfrm>
          <a:custGeom>
            <a:avLst/>
            <a:gdLst/>
            <a:ahLst/>
            <a:cxnLst/>
            <a:rect l="l" t="t" r="r" b="b"/>
            <a:pathLst>
              <a:path w="11555342" h="493410">
                <a:moveTo>
                  <a:pt x="95499" y="0"/>
                </a:moveTo>
                <a:lnTo>
                  <a:pt x="11459843" y="0"/>
                </a:lnTo>
                <a:cubicBezTo>
                  <a:pt x="11512585" y="0"/>
                  <a:pt x="11555342" y="42757"/>
                  <a:pt x="11555342" y="95499"/>
                </a:cubicBezTo>
                <a:lnTo>
                  <a:pt x="11555342" y="397910"/>
                </a:lnTo>
                <a:cubicBezTo>
                  <a:pt x="11555342" y="450653"/>
                  <a:pt x="11512585" y="493410"/>
                  <a:pt x="11459843" y="493410"/>
                </a:cubicBezTo>
                <a:lnTo>
                  <a:pt x="95499" y="493410"/>
                </a:lnTo>
                <a:cubicBezTo>
                  <a:pt x="42792" y="493410"/>
                  <a:pt x="0" y="450618"/>
                  <a:pt x="0" y="397910"/>
                </a:cubicBezTo>
                <a:lnTo>
                  <a:pt x="0" y="95499"/>
                </a:lnTo>
                <a:cubicBezTo>
                  <a:pt x="0" y="42792"/>
                  <a:pt x="42792" y="0"/>
                  <a:pt x="95499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0" scaled="1"/>
          </a:gradFill>
          <a:ln/>
          <a:effectLst>
            <a:outerShdw blurRad="119373" dist="7958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77493" y="1177817"/>
            <a:ext cx="238747" cy="238747"/>
          </a:xfrm>
          <a:custGeom>
            <a:avLst/>
            <a:gdLst/>
            <a:ahLst/>
            <a:cxnLst/>
            <a:rect l="l" t="t" r="r" b="b"/>
            <a:pathLst>
              <a:path w="238747" h="238747">
                <a:moveTo>
                  <a:pt x="108415" y="2425"/>
                </a:moveTo>
                <a:cubicBezTo>
                  <a:pt x="115363" y="-793"/>
                  <a:pt x="123384" y="-793"/>
                  <a:pt x="130331" y="2425"/>
                </a:cubicBezTo>
                <a:lnTo>
                  <a:pt x="232265" y="49521"/>
                </a:lnTo>
                <a:cubicBezTo>
                  <a:pt x="236229" y="51340"/>
                  <a:pt x="238747" y="55303"/>
                  <a:pt x="238747" y="59687"/>
                </a:cubicBezTo>
                <a:cubicBezTo>
                  <a:pt x="238747" y="64070"/>
                  <a:pt x="236229" y="68033"/>
                  <a:pt x="232265" y="69852"/>
                </a:cubicBezTo>
                <a:lnTo>
                  <a:pt x="130331" y="116949"/>
                </a:lnTo>
                <a:cubicBezTo>
                  <a:pt x="123384" y="120166"/>
                  <a:pt x="115363" y="120166"/>
                  <a:pt x="108415" y="116949"/>
                </a:cubicBezTo>
                <a:lnTo>
                  <a:pt x="6482" y="69852"/>
                </a:lnTo>
                <a:cubicBezTo>
                  <a:pt x="2518" y="67987"/>
                  <a:pt x="0" y="64023"/>
                  <a:pt x="0" y="59687"/>
                </a:cubicBezTo>
                <a:cubicBezTo>
                  <a:pt x="0" y="55350"/>
                  <a:pt x="2518" y="51340"/>
                  <a:pt x="6482" y="49521"/>
                </a:cubicBezTo>
                <a:lnTo>
                  <a:pt x="108415" y="2425"/>
                </a:lnTo>
                <a:close/>
                <a:moveTo>
                  <a:pt x="22429" y="101840"/>
                </a:moveTo>
                <a:lnTo>
                  <a:pt x="99043" y="137233"/>
                </a:lnTo>
                <a:cubicBezTo>
                  <a:pt x="111959" y="143201"/>
                  <a:pt x="126834" y="143201"/>
                  <a:pt x="139751" y="137233"/>
                </a:cubicBezTo>
                <a:lnTo>
                  <a:pt x="216364" y="101840"/>
                </a:lnTo>
                <a:lnTo>
                  <a:pt x="232265" y="109208"/>
                </a:lnTo>
                <a:cubicBezTo>
                  <a:pt x="236229" y="111027"/>
                  <a:pt x="238747" y="114990"/>
                  <a:pt x="238747" y="119373"/>
                </a:cubicBezTo>
                <a:cubicBezTo>
                  <a:pt x="238747" y="123757"/>
                  <a:pt x="236229" y="127720"/>
                  <a:pt x="232265" y="129539"/>
                </a:cubicBezTo>
                <a:lnTo>
                  <a:pt x="130331" y="176635"/>
                </a:lnTo>
                <a:cubicBezTo>
                  <a:pt x="123384" y="179853"/>
                  <a:pt x="115363" y="179853"/>
                  <a:pt x="108415" y="176635"/>
                </a:cubicBezTo>
                <a:lnTo>
                  <a:pt x="6482" y="129539"/>
                </a:lnTo>
                <a:cubicBezTo>
                  <a:pt x="2518" y="127674"/>
                  <a:pt x="0" y="123710"/>
                  <a:pt x="0" y="119373"/>
                </a:cubicBezTo>
                <a:cubicBezTo>
                  <a:pt x="0" y="115037"/>
                  <a:pt x="2518" y="111027"/>
                  <a:pt x="6482" y="109208"/>
                </a:cubicBezTo>
                <a:lnTo>
                  <a:pt x="22383" y="101840"/>
                </a:lnTo>
                <a:close/>
                <a:moveTo>
                  <a:pt x="6482" y="168895"/>
                </a:moveTo>
                <a:lnTo>
                  <a:pt x="22383" y="161527"/>
                </a:lnTo>
                <a:lnTo>
                  <a:pt x="98996" y="196919"/>
                </a:lnTo>
                <a:cubicBezTo>
                  <a:pt x="111913" y="202888"/>
                  <a:pt x="126788" y="202888"/>
                  <a:pt x="139704" y="196919"/>
                </a:cubicBezTo>
                <a:lnTo>
                  <a:pt x="216318" y="161527"/>
                </a:lnTo>
                <a:lnTo>
                  <a:pt x="232219" y="168895"/>
                </a:lnTo>
                <a:cubicBezTo>
                  <a:pt x="236182" y="170713"/>
                  <a:pt x="238700" y="174677"/>
                  <a:pt x="238700" y="179060"/>
                </a:cubicBezTo>
                <a:cubicBezTo>
                  <a:pt x="238700" y="183443"/>
                  <a:pt x="236182" y="187407"/>
                  <a:pt x="232219" y="189225"/>
                </a:cubicBezTo>
                <a:lnTo>
                  <a:pt x="130285" y="236322"/>
                </a:lnTo>
                <a:cubicBezTo>
                  <a:pt x="123337" y="239539"/>
                  <a:pt x="115317" y="239539"/>
                  <a:pt x="108369" y="236322"/>
                </a:cubicBezTo>
                <a:lnTo>
                  <a:pt x="6482" y="189225"/>
                </a:lnTo>
                <a:cubicBezTo>
                  <a:pt x="2518" y="187360"/>
                  <a:pt x="0" y="183397"/>
                  <a:pt x="0" y="179060"/>
                </a:cubicBezTo>
                <a:cubicBezTo>
                  <a:pt x="0" y="174723"/>
                  <a:pt x="2518" y="170713"/>
                  <a:pt x="6482" y="16889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1426" y="1185775"/>
            <a:ext cx="2347676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三层结构,各自解决一个核心问题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8329" y="1687144"/>
            <a:ext cx="3764240" cy="2307885"/>
          </a:xfrm>
          <a:custGeom>
            <a:avLst/>
            <a:gdLst/>
            <a:ahLst/>
            <a:cxnLst/>
            <a:rect l="l" t="t" r="r" b="b"/>
            <a:pathLst>
              <a:path w="3764240" h="2307885">
                <a:moveTo>
                  <a:pt x="31833" y="0"/>
                </a:moveTo>
                <a:lnTo>
                  <a:pt x="3732407" y="0"/>
                </a:lnTo>
                <a:cubicBezTo>
                  <a:pt x="3749988" y="0"/>
                  <a:pt x="3764240" y="14252"/>
                  <a:pt x="3764240" y="31833"/>
                </a:cubicBezTo>
                <a:lnTo>
                  <a:pt x="3764240" y="2212385"/>
                </a:lnTo>
                <a:cubicBezTo>
                  <a:pt x="3764240" y="2265128"/>
                  <a:pt x="3721483" y="2307885"/>
                  <a:pt x="3668740" y="2307885"/>
                </a:cubicBezTo>
                <a:lnTo>
                  <a:pt x="95500" y="2307885"/>
                </a:lnTo>
                <a:cubicBezTo>
                  <a:pt x="42757" y="2307885"/>
                  <a:pt x="0" y="2265128"/>
                  <a:pt x="0" y="2212385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749" dist="31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18329" y="1687144"/>
            <a:ext cx="3764240" cy="31833"/>
          </a:xfrm>
          <a:custGeom>
            <a:avLst/>
            <a:gdLst/>
            <a:ahLst/>
            <a:cxnLst/>
            <a:rect l="l" t="t" r="r" b="b"/>
            <a:pathLst>
              <a:path w="3764240" h="31833">
                <a:moveTo>
                  <a:pt x="31833" y="0"/>
                </a:moveTo>
                <a:lnTo>
                  <a:pt x="3732407" y="0"/>
                </a:lnTo>
                <a:cubicBezTo>
                  <a:pt x="3749988" y="0"/>
                  <a:pt x="3764240" y="14252"/>
                  <a:pt x="3764240" y="31833"/>
                </a:cubicBezTo>
                <a:lnTo>
                  <a:pt x="3764240" y="31833"/>
                </a:lnTo>
                <a:lnTo>
                  <a:pt x="0" y="31833"/>
                </a:ln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45661" y="1830392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63667" y="0"/>
                </a:moveTo>
                <a:lnTo>
                  <a:pt x="381994" y="0"/>
                </a:lnTo>
                <a:cubicBezTo>
                  <a:pt x="417132" y="0"/>
                  <a:pt x="445661" y="28528"/>
                  <a:pt x="445661" y="63667"/>
                </a:cubicBezTo>
                <a:lnTo>
                  <a:pt x="445661" y="381994"/>
                </a:lnTo>
                <a:cubicBezTo>
                  <a:pt x="445661" y="417132"/>
                  <a:pt x="417132" y="445661"/>
                  <a:pt x="381994" y="445661"/>
                </a:cubicBezTo>
                <a:lnTo>
                  <a:pt x="63667" y="445661"/>
                </a:lnTo>
                <a:cubicBezTo>
                  <a:pt x="28528" y="445661"/>
                  <a:pt x="0" y="417132"/>
                  <a:pt x="0" y="381994"/>
                </a:cubicBezTo>
                <a:lnTo>
                  <a:pt x="0" y="63667"/>
                </a:lnTo>
                <a:cubicBezTo>
                  <a:pt x="0" y="28528"/>
                  <a:pt x="28528" y="0"/>
                  <a:pt x="63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97911" y="1830392"/>
            <a:ext cx="541159" cy="44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4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6820" y="1941807"/>
            <a:ext cx="557076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661" y="2371551"/>
            <a:ext cx="3573243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67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Route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5661" y="2626214"/>
            <a:ext cx="3565285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解决"重组件拖慢首屏"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5661" y="2880877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32206" y="2950912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92469" y="2944543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15个页面 React.lazy 按需加载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5661" y="3231039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32206" y="3301074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92469" y="3294705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大体积子组件独立拆包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5661" y="3581201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32206" y="3651236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2469" y="3644867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路由树分角色嵌套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13681" y="1687144"/>
            <a:ext cx="3764240" cy="2307885"/>
          </a:xfrm>
          <a:custGeom>
            <a:avLst/>
            <a:gdLst/>
            <a:ahLst/>
            <a:cxnLst/>
            <a:rect l="l" t="t" r="r" b="b"/>
            <a:pathLst>
              <a:path w="3764240" h="2307885">
                <a:moveTo>
                  <a:pt x="31833" y="0"/>
                </a:moveTo>
                <a:lnTo>
                  <a:pt x="3732407" y="0"/>
                </a:lnTo>
                <a:cubicBezTo>
                  <a:pt x="3749988" y="0"/>
                  <a:pt x="3764240" y="14252"/>
                  <a:pt x="3764240" y="31833"/>
                </a:cubicBezTo>
                <a:lnTo>
                  <a:pt x="3764240" y="2212385"/>
                </a:lnTo>
                <a:cubicBezTo>
                  <a:pt x="3764240" y="2265128"/>
                  <a:pt x="3721483" y="2307885"/>
                  <a:pt x="3668740" y="2307885"/>
                </a:cubicBezTo>
                <a:lnTo>
                  <a:pt x="95500" y="2307885"/>
                </a:lnTo>
                <a:cubicBezTo>
                  <a:pt x="42757" y="2307885"/>
                  <a:pt x="0" y="2265128"/>
                  <a:pt x="0" y="2212385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749" dist="31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213681" y="1687144"/>
            <a:ext cx="3764240" cy="31833"/>
          </a:xfrm>
          <a:custGeom>
            <a:avLst/>
            <a:gdLst/>
            <a:ahLst/>
            <a:cxnLst/>
            <a:rect l="l" t="t" r="r" b="b"/>
            <a:pathLst>
              <a:path w="3764240" h="31833">
                <a:moveTo>
                  <a:pt x="31833" y="0"/>
                </a:moveTo>
                <a:lnTo>
                  <a:pt x="3732407" y="0"/>
                </a:lnTo>
                <a:cubicBezTo>
                  <a:pt x="3749988" y="0"/>
                  <a:pt x="3764240" y="14252"/>
                  <a:pt x="3764240" y="31833"/>
                </a:cubicBezTo>
                <a:lnTo>
                  <a:pt x="3764240" y="31833"/>
                </a:lnTo>
                <a:lnTo>
                  <a:pt x="0" y="31833"/>
                </a:ln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341013" y="1830392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63667" y="0"/>
                </a:moveTo>
                <a:lnTo>
                  <a:pt x="381994" y="0"/>
                </a:lnTo>
                <a:cubicBezTo>
                  <a:pt x="417132" y="0"/>
                  <a:pt x="445661" y="28528"/>
                  <a:pt x="445661" y="63667"/>
                </a:cubicBezTo>
                <a:lnTo>
                  <a:pt x="445661" y="381994"/>
                </a:lnTo>
                <a:cubicBezTo>
                  <a:pt x="445661" y="417132"/>
                  <a:pt x="417132" y="445661"/>
                  <a:pt x="381994" y="445661"/>
                </a:cubicBezTo>
                <a:lnTo>
                  <a:pt x="63667" y="445661"/>
                </a:lnTo>
                <a:cubicBezTo>
                  <a:pt x="28528" y="445661"/>
                  <a:pt x="0" y="417132"/>
                  <a:pt x="0" y="381994"/>
                </a:cubicBezTo>
                <a:lnTo>
                  <a:pt x="0" y="63667"/>
                </a:lnTo>
                <a:cubicBezTo>
                  <a:pt x="0" y="28528"/>
                  <a:pt x="28528" y="0"/>
                  <a:pt x="63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293263" y="1830392"/>
            <a:ext cx="541159" cy="44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4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82172" y="1941807"/>
            <a:ext cx="557076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41013" y="2371551"/>
            <a:ext cx="3573243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39A9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Query Layer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41013" y="2626214"/>
            <a:ext cx="3565285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解决"列表页重复写查询逻辑"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41013" y="2880877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427559" y="2950912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587822" y="2944543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useRemoteTableQuery Hook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41013" y="3231039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427559" y="3301074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87822" y="3294705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 err="1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统一搜索防抖</a:t>
            </a: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350ms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41013" y="3581201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427559" y="3651236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587822" y="3644867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TableFilterBar 组件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9033" y="1687144"/>
            <a:ext cx="3764240" cy="2307885"/>
          </a:xfrm>
          <a:custGeom>
            <a:avLst/>
            <a:gdLst/>
            <a:ahLst/>
            <a:cxnLst/>
            <a:rect l="l" t="t" r="r" b="b"/>
            <a:pathLst>
              <a:path w="3764240" h="2307885">
                <a:moveTo>
                  <a:pt x="31833" y="0"/>
                </a:moveTo>
                <a:lnTo>
                  <a:pt x="3732407" y="0"/>
                </a:lnTo>
                <a:cubicBezTo>
                  <a:pt x="3749988" y="0"/>
                  <a:pt x="3764240" y="14252"/>
                  <a:pt x="3764240" y="31833"/>
                </a:cubicBezTo>
                <a:lnTo>
                  <a:pt x="3764240" y="2212385"/>
                </a:lnTo>
                <a:cubicBezTo>
                  <a:pt x="3764240" y="2265128"/>
                  <a:pt x="3721483" y="2307885"/>
                  <a:pt x="3668740" y="2307885"/>
                </a:cubicBezTo>
                <a:lnTo>
                  <a:pt x="95500" y="2307885"/>
                </a:lnTo>
                <a:cubicBezTo>
                  <a:pt x="42757" y="2307885"/>
                  <a:pt x="0" y="2265128"/>
                  <a:pt x="0" y="2212385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749" dist="31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109033" y="1687144"/>
            <a:ext cx="3764240" cy="31833"/>
          </a:xfrm>
          <a:custGeom>
            <a:avLst/>
            <a:gdLst/>
            <a:ahLst/>
            <a:cxnLst/>
            <a:rect l="l" t="t" r="r" b="b"/>
            <a:pathLst>
              <a:path w="3764240" h="31833">
                <a:moveTo>
                  <a:pt x="31833" y="0"/>
                </a:moveTo>
                <a:lnTo>
                  <a:pt x="3732407" y="0"/>
                </a:lnTo>
                <a:cubicBezTo>
                  <a:pt x="3749988" y="0"/>
                  <a:pt x="3764240" y="14252"/>
                  <a:pt x="3764240" y="31833"/>
                </a:cubicBezTo>
                <a:lnTo>
                  <a:pt x="3764240" y="31833"/>
                </a:lnTo>
                <a:lnTo>
                  <a:pt x="0" y="31833"/>
                </a:ln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236365" y="1830392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63667" y="0"/>
                </a:moveTo>
                <a:lnTo>
                  <a:pt x="381994" y="0"/>
                </a:lnTo>
                <a:cubicBezTo>
                  <a:pt x="417132" y="0"/>
                  <a:pt x="445661" y="28528"/>
                  <a:pt x="445661" y="63667"/>
                </a:cubicBezTo>
                <a:lnTo>
                  <a:pt x="445661" y="381994"/>
                </a:lnTo>
                <a:cubicBezTo>
                  <a:pt x="445661" y="417132"/>
                  <a:pt x="417132" y="445661"/>
                  <a:pt x="381994" y="445661"/>
                </a:cubicBezTo>
                <a:lnTo>
                  <a:pt x="63667" y="445661"/>
                </a:lnTo>
                <a:cubicBezTo>
                  <a:pt x="28528" y="445661"/>
                  <a:pt x="0" y="417132"/>
                  <a:pt x="0" y="381994"/>
                </a:cubicBezTo>
                <a:lnTo>
                  <a:pt x="0" y="63667"/>
                </a:lnTo>
                <a:cubicBezTo>
                  <a:pt x="0" y="28528"/>
                  <a:pt x="28528" y="0"/>
                  <a:pt x="63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1677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188616" y="1830392"/>
            <a:ext cx="541159" cy="44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4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77524" y="1941807"/>
            <a:ext cx="557076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36365" y="2371551"/>
            <a:ext cx="3573243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Feature Layer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36365" y="2626214"/>
            <a:ext cx="3565285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解决"商户/管理员页面大量重复"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36365" y="2880877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322911" y="2950912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483174" y="2944543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RoomsTabBase 共享基座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36365" y="3231039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322911" y="3301074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483174" y="3294705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OrdersTabBase 共享基座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36365" y="3581201"/>
            <a:ext cx="3509577" cy="286496"/>
          </a:xfrm>
          <a:custGeom>
            <a:avLst/>
            <a:gdLst/>
            <a:ahLst/>
            <a:cxnLst/>
            <a:rect l="l" t="t" r="r" b="b"/>
            <a:pathLst>
              <a:path w="3509577" h="286496">
                <a:moveTo>
                  <a:pt x="63665" y="0"/>
                </a:moveTo>
                <a:lnTo>
                  <a:pt x="3445912" y="0"/>
                </a:lnTo>
                <a:cubicBezTo>
                  <a:pt x="3481073" y="0"/>
                  <a:pt x="3509577" y="28504"/>
                  <a:pt x="3509577" y="63665"/>
                </a:cubicBezTo>
                <a:lnTo>
                  <a:pt x="3509577" y="222831"/>
                </a:lnTo>
                <a:cubicBezTo>
                  <a:pt x="3509577" y="257992"/>
                  <a:pt x="3481073" y="286496"/>
                  <a:pt x="3445912" y="286496"/>
                </a:cubicBezTo>
                <a:lnTo>
                  <a:pt x="63665" y="286496"/>
                </a:lnTo>
                <a:cubicBezTo>
                  <a:pt x="28527" y="286496"/>
                  <a:pt x="0" y="257969"/>
                  <a:pt x="0" y="222831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322911" y="3651236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483174" y="3644867"/>
            <a:ext cx="325481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props注入差异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18329" y="4122360"/>
            <a:ext cx="5714005" cy="2419300"/>
          </a:xfrm>
          <a:custGeom>
            <a:avLst/>
            <a:gdLst/>
            <a:ahLst/>
            <a:cxnLst/>
            <a:rect l="l" t="t" r="r" b="b"/>
            <a:pathLst>
              <a:path w="5714005" h="2419300">
                <a:moveTo>
                  <a:pt x="95490" y="0"/>
                </a:moveTo>
                <a:lnTo>
                  <a:pt x="5618515" y="0"/>
                </a:lnTo>
                <a:cubicBezTo>
                  <a:pt x="5671253" y="0"/>
                  <a:pt x="5714005" y="42752"/>
                  <a:pt x="5714005" y="95490"/>
                </a:cubicBezTo>
                <a:lnTo>
                  <a:pt x="5714005" y="2323810"/>
                </a:lnTo>
                <a:cubicBezTo>
                  <a:pt x="5714005" y="2376548"/>
                  <a:pt x="5671253" y="2419300"/>
                  <a:pt x="5618515" y="2419300"/>
                </a:cubicBezTo>
                <a:lnTo>
                  <a:pt x="95490" y="2419300"/>
                </a:lnTo>
                <a:cubicBezTo>
                  <a:pt x="42752" y="2419300"/>
                  <a:pt x="0" y="2376548"/>
                  <a:pt x="0" y="2323810"/>
                </a:cubicBezTo>
                <a:lnTo>
                  <a:pt x="0" y="95490"/>
                </a:lnTo>
                <a:cubicBezTo>
                  <a:pt x="0" y="42788"/>
                  <a:pt x="42788" y="0"/>
                  <a:pt x="9549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19373" dist="7958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465556" y="4289483"/>
            <a:ext cx="143248" cy="143248"/>
          </a:xfrm>
          <a:custGeom>
            <a:avLst/>
            <a:gdLst/>
            <a:ahLst/>
            <a:cxnLst/>
            <a:rect l="l" t="t" r="r" b="b"/>
            <a:pathLst>
              <a:path w="143248" h="143248">
                <a:moveTo>
                  <a:pt x="143248" y="26859"/>
                </a:moveTo>
                <a:cubicBezTo>
                  <a:pt x="143248" y="40904"/>
                  <a:pt x="126713" y="61860"/>
                  <a:pt x="119579" y="70225"/>
                </a:cubicBezTo>
                <a:cubicBezTo>
                  <a:pt x="118515" y="71456"/>
                  <a:pt x="116949" y="71932"/>
                  <a:pt x="115522" y="71624"/>
                </a:cubicBezTo>
                <a:lnTo>
                  <a:pt x="89530" y="71624"/>
                </a:lnTo>
                <a:cubicBezTo>
                  <a:pt x="84578" y="71624"/>
                  <a:pt x="80577" y="75625"/>
                  <a:pt x="80577" y="80577"/>
                </a:cubicBezTo>
                <a:cubicBezTo>
                  <a:pt x="80577" y="85529"/>
                  <a:pt x="84578" y="89530"/>
                  <a:pt x="89530" y="89530"/>
                </a:cubicBezTo>
                <a:lnTo>
                  <a:pt x="116389" y="89530"/>
                </a:lnTo>
                <a:cubicBezTo>
                  <a:pt x="131217" y="89530"/>
                  <a:pt x="143248" y="101561"/>
                  <a:pt x="143248" y="116389"/>
                </a:cubicBezTo>
                <a:cubicBezTo>
                  <a:pt x="143248" y="131217"/>
                  <a:pt x="131217" y="143248"/>
                  <a:pt x="116389" y="143248"/>
                </a:cubicBezTo>
                <a:lnTo>
                  <a:pt x="39057" y="143248"/>
                </a:lnTo>
                <a:cubicBezTo>
                  <a:pt x="41492" y="140478"/>
                  <a:pt x="44457" y="136925"/>
                  <a:pt x="47451" y="132952"/>
                </a:cubicBezTo>
                <a:cubicBezTo>
                  <a:pt x="49214" y="130602"/>
                  <a:pt x="51032" y="128028"/>
                  <a:pt x="52767" y="125342"/>
                </a:cubicBezTo>
                <a:lnTo>
                  <a:pt x="116389" y="125342"/>
                </a:lnTo>
                <a:cubicBezTo>
                  <a:pt x="121341" y="125342"/>
                  <a:pt x="125342" y="121341"/>
                  <a:pt x="125342" y="116389"/>
                </a:cubicBezTo>
                <a:cubicBezTo>
                  <a:pt x="125342" y="111437"/>
                  <a:pt x="121341" y="107436"/>
                  <a:pt x="116389" y="107436"/>
                </a:cubicBezTo>
                <a:lnTo>
                  <a:pt x="89530" y="107436"/>
                </a:lnTo>
                <a:cubicBezTo>
                  <a:pt x="74702" y="107436"/>
                  <a:pt x="62671" y="95405"/>
                  <a:pt x="62671" y="80577"/>
                </a:cubicBezTo>
                <a:cubicBezTo>
                  <a:pt x="62671" y="65749"/>
                  <a:pt x="74702" y="53718"/>
                  <a:pt x="89530" y="53718"/>
                </a:cubicBezTo>
                <a:lnTo>
                  <a:pt x="100665" y="53718"/>
                </a:lnTo>
                <a:cubicBezTo>
                  <a:pt x="94790" y="44905"/>
                  <a:pt x="89530" y="34777"/>
                  <a:pt x="89530" y="26859"/>
                </a:cubicBezTo>
                <a:cubicBezTo>
                  <a:pt x="89530" y="12031"/>
                  <a:pt x="101561" y="0"/>
                  <a:pt x="116389" y="0"/>
                </a:cubicBezTo>
                <a:cubicBezTo>
                  <a:pt x="131217" y="0"/>
                  <a:pt x="143248" y="12031"/>
                  <a:pt x="143248" y="26859"/>
                </a:cubicBezTo>
                <a:close/>
                <a:moveTo>
                  <a:pt x="32762" y="136841"/>
                </a:moveTo>
                <a:cubicBezTo>
                  <a:pt x="31699" y="138044"/>
                  <a:pt x="30748" y="139107"/>
                  <a:pt x="29937" y="140003"/>
                </a:cubicBezTo>
                <a:lnTo>
                  <a:pt x="29433" y="140562"/>
                </a:lnTo>
                <a:lnTo>
                  <a:pt x="29377" y="140506"/>
                </a:lnTo>
                <a:cubicBezTo>
                  <a:pt x="27698" y="141793"/>
                  <a:pt x="25292" y="141625"/>
                  <a:pt x="23781" y="140003"/>
                </a:cubicBezTo>
                <a:cubicBezTo>
                  <a:pt x="16731" y="132337"/>
                  <a:pt x="0" y="112612"/>
                  <a:pt x="0" y="98483"/>
                </a:cubicBezTo>
                <a:cubicBezTo>
                  <a:pt x="0" y="83655"/>
                  <a:pt x="12031" y="71624"/>
                  <a:pt x="26859" y="71624"/>
                </a:cubicBezTo>
                <a:cubicBezTo>
                  <a:pt x="41687" y="71624"/>
                  <a:pt x="53718" y="83655"/>
                  <a:pt x="53718" y="98483"/>
                </a:cubicBezTo>
                <a:cubicBezTo>
                  <a:pt x="53718" y="106876"/>
                  <a:pt x="47815" y="117228"/>
                  <a:pt x="41548" y="125874"/>
                </a:cubicBezTo>
                <a:cubicBezTo>
                  <a:pt x="38554" y="129986"/>
                  <a:pt x="35476" y="133707"/>
                  <a:pt x="32930" y="136645"/>
                </a:cubicBezTo>
                <a:lnTo>
                  <a:pt x="32762" y="136841"/>
                </a:lnTo>
                <a:close/>
                <a:moveTo>
                  <a:pt x="35812" y="98483"/>
                </a:moveTo>
                <a:cubicBezTo>
                  <a:pt x="35812" y="93542"/>
                  <a:pt x="31800" y="89530"/>
                  <a:pt x="26859" y="89530"/>
                </a:cubicBezTo>
                <a:cubicBezTo>
                  <a:pt x="21918" y="89530"/>
                  <a:pt x="17906" y="93542"/>
                  <a:pt x="17906" y="98483"/>
                </a:cubicBezTo>
                <a:cubicBezTo>
                  <a:pt x="17906" y="103424"/>
                  <a:pt x="21918" y="107436"/>
                  <a:pt x="26859" y="107436"/>
                </a:cubicBezTo>
                <a:cubicBezTo>
                  <a:pt x="31800" y="107436"/>
                  <a:pt x="35812" y="103424"/>
                  <a:pt x="35812" y="98483"/>
                </a:cubicBezTo>
                <a:close/>
                <a:moveTo>
                  <a:pt x="116389" y="35812"/>
                </a:moveTo>
                <a:cubicBezTo>
                  <a:pt x="121330" y="35812"/>
                  <a:pt x="125342" y="31800"/>
                  <a:pt x="125342" y="26859"/>
                </a:cubicBezTo>
                <a:cubicBezTo>
                  <a:pt x="125342" y="21918"/>
                  <a:pt x="121330" y="17906"/>
                  <a:pt x="116389" y="17906"/>
                </a:cubicBezTo>
                <a:cubicBezTo>
                  <a:pt x="111448" y="17906"/>
                  <a:pt x="107436" y="21918"/>
                  <a:pt x="107436" y="26859"/>
                </a:cubicBezTo>
                <a:cubicBezTo>
                  <a:pt x="107436" y="31800"/>
                  <a:pt x="111448" y="35812"/>
                  <a:pt x="116389" y="35812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628700" y="4249692"/>
            <a:ext cx="5347927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路由守卫设计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45661" y="4568021"/>
            <a:ext cx="5459342" cy="572992"/>
          </a:xfrm>
          <a:custGeom>
            <a:avLst/>
            <a:gdLst/>
            <a:ahLst/>
            <a:cxnLst/>
            <a:rect l="l" t="t" r="r" b="b"/>
            <a:pathLst>
              <a:path w="5459342" h="572992">
                <a:moveTo>
                  <a:pt x="63665" y="0"/>
                </a:moveTo>
                <a:lnTo>
                  <a:pt x="5395677" y="0"/>
                </a:lnTo>
                <a:cubicBezTo>
                  <a:pt x="5430838" y="0"/>
                  <a:pt x="5459342" y="28504"/>
                  <a:pt x="5459342" y="63665"/>
                </a:cubicBezTo>
                <a:lnTo>
                  <a:pt x="5459342" y="509327"/>
                </a:lnTo>
                <a:cubicBezTo>
                  <a:pt x="5459342" y="544488"/>
                  <a:pt x="5430838" y="572992"/>
                  <a:pt x="5395677" y="572992"/>
                </a:cubicBezTo>
                <a:lnTo>
                  <a:pt x="63665" y="572992"/>
                </a:lnTo>
                <a:cubicBezTo>
                  <a:pt x="28504" y="572992"/>
                  <a:pt x="0" y="544488"/>
                  <a:pt x="0" y="509327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541159" y="4663520"/>
            <a:ext cx="5332010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RequireAuth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41159" y="4886350"/>
            <a:ext cx="5324052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token 强跳 /login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45661" y="5204679"/>
            <a:ext cx="5459342" cy="572992"/>
          </a:xfrm>
          <a:custGeom>
            <a:avLst/>
            <a:gdLst/>
            <a:ahLst/>
            <a:cxnLst/>
            <a:rect l="l" t="t" r="r" b="b"/>
            <a:pathLst>
              <a:path w="5459342" h="572992">
                <a:moveTo>
                  <a:pt x="63665" y="0"/>
                </a:moveTo>
                <a:lnTo>
                  <a:pt x="5395677" y="0"/>
                </a:lnTo>
                <a:cubicBezTo>
                  <a:pt x="5430838" y="0"/>
                  <a:pt x="5459342" y="28504"/>
                  <a:pt x="5459342" y="63665"/>
                </a:cubicBezTo>
                <a:lnTo>
                  <a:pt x="5459342" y="509327"/>
                </a:lnTo>
                <a:cubicBezTo>
                  <a:pt x="5459342" y="544488"/>
                  <a:pt x="5430838" y="572992"/>
                  <a:pt x="5395677" y="572992"/>
                </a:cubicBezTo>
                <a:lnTo>
                  <a:pt x="63665" y="572992"/>
                </a:lnTo>
                <a:cubicBezTo>
                  <a:pt x="28504" y="572992"/>
                  <a:pt x="0" y="544488"/>
                  <a:pt x="0" y="509327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541159" y="5300178"/>
            <a:ext cx="5332010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RequireRole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41159" y="5523008"/>
            <a:ext cx="5324052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角色不符跳 /unauthorized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5661" y="5841337"/>
            <a:ext cx="5459342" cy="572992"/>
          </a:xfrm>
          <a:custGeom>
            <a:avLst/>
            <a:gdLst/>
            <a:ahLst/>
            <a:cxnLst/>
            <a:rect l="l" t="t" r="r" b="b"/>
            <a:pathLst>
              <a:path w="5459342" h="572992">
                <a:moveTo>
                  <a:pt x="63665" y="0"/>
                </a:moveTo>
                <a:lnTo>
                  <a:pt x="5395677" y="0"/>
                </a:lnTo>
                <a:cubicBezTo>
                  <a:pt x="5430838" y="0"/>
                  <a:pt x="5459342" y="28504"/>
                  <a:pt x="5459342" y="63665"/>
                </a:cubicBezTo>
                <a:lnTo>
                  <a:pt x="5459342" y="509327"/>
                </a:lnTo>
                <a:cubicBezTo>
                  <a:pt x="5459342" y="544488"/>
                  <a:pt x="5430838" y="572992"/>
                  <a:pt x="5395677" y="572992"/>
                </a:cubicBezTo>
                <a:lnTo>
                  <a:pt x="63665" y="572992"/>
                </a:lnTo>
                <a:cubicBezTo>
                  <a:pt x="28504" y="572992"/>
                  <a:pt x="0" y="544488"/>
                  <a:pt x="0" y="509327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541159" y="5936836"/>
            <a:ext cx="5332010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路由分组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41159" y="6159666"/>
            <a:ext cx="5324052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merchant-only / admin-only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64540" y="4125544"/>
            <a:ext cx="5712414" cy="2409750"/>
          </a:xfrm>
          <a:custGeom>
            <a:avLst/>
            <a:gdLst/>
            <a:ahLst/>
            <a:cxnLst/>
            <a:rect l="l" t="t" r="r" b="b"/>
            <a:pathLst>
              <a:path w="5712414" h="2409750">
                <a:moveTo>
                  <a:pt x="95498" y="0"/>
                </a:moveTo>
                <a:lnTo>
                  <a:pt x="5616915" y="0"/>
                </a:lnTo>
                <a:cubicBezTo>
                  <a:pt x="5669657" y="0"/>
                  <a:pt x="5712414" y="42756"/>
                  <a:pt x="5712414" y="95498"/>
                </a:cubicBezTo>
                <a:lnTo>
                  <a:pt x="5712414" y="2314252"/>
                </a:lnTo>
                <a:cubicBezTo>
                  <a:pt x="5712414" y="2366994"/>
                  <a:pt x="5669657" y="2409750"/>
                  <a:pt x="5616915" y="2409750"/>
                </a:cubicBezTo>
                <a:lnTo>
                  <a:pt x="95498" y="2409750"/>
                </a:lnTo>
                <a:cubicBezTo>
                  <a:pt x="42756" y="2409750"/>
                  <a:pt x="0" y="2366994"/>
                  <a:pt x="0" y="2314252"/>
                </a:cubicBezTo>
                <a:lnTo>
                  <a:pt x="0" y="95498"/>
                </a:lnTo>
                <a:cubicBezTo>
                  <a:pt x="0" y="42791"/>
                  <a:pt x="42791" y="0"/>
                  <a:pt x="954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47749" dist="31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6314951" y="4295852"/>
            <a:ext cx="143248" cy="143248"/>
          </a:xfrm>
          <a:custGeom>
            <a:avLst/>
            <a:gdLst/>
            <a:ahLst/>
            <a:cxnLst/>
            <a:rect l="l" t="t" r="r" b="b"/>
            <a:pathLst>
              <a:path w="143248" h="143248">
                <a:moveTo>
                  <a:pt x="62671" y="0"/>
                </a:moveTo>
                <a:cubicBezTo>
                  <a:pt x="72547" y="0"/>
                  <a:pt x="80577" y="6015"/>
                  <a:pt x="80577" y="13430"/>
                </a:cubicBezTo>
                <a:cubicBezTo>
                  <a:pt x="80577" y="16339"/>
                  <a:pt x="79346" y="19025"/>
                  <a:pt x="77220" y="21235"/>
                </a:cubicBezTo>
                <a:cubicBezTo>
                  <a:pt x="75373" y="23166"/>
                  <a:pt x="73862" y="25516"/>
                  <a:pt x="73862" y="28202"/>
                </a:cubicBezTo>
                <a:cubicBezTo>
                  <a:pt x="73862" y="32399"/>
                  <a:pt x="77276" y="35812"/>
                  <a:pt x="81472" y="35812"/>
                </a:cubicBezTo>
                <a:lnTo>
                  <a:pt x="94007" y="35812"/>
                </a:lnTo>
                <a:cubicBezTo>
                  <a:pt x="101421" y="35812"/>
                  <a:pt x="107436" y="41827"/>
                  <a:pt x="107436" y="49242"/>
                </a:cubicBezTo>
                <a:lnTo>
                  <a:pt x="107436" y="61776"/>
                </a:lnTo>
                <a:cubicBezTo>
                  <a:pt x="107436" y="65972"/>
                  <a:pt x="110849" y="69386"/>
                  <a:pt x="115046" y="69386"/>
                </a:cubicBezTo>
                <a:cubicBezTo>
                  <a:pt x="117704" y="69386"/>
                  <a:pt x="120082" y="67875"/>
                  <a:pt x="122013" y="66028"/>
                </a:cubicBezTo>
                <a:cubicBezTo>
                  <a:pt x="124223" y="63930"/>
                  <a:pt x="126909" y="62671"/>
                  <a:pt x="129819" y="62671"/>
                </a:cubicBezTo>
                <a:cubicBezTo>
                  <a:pt x="137233" y="62671"/>
                  <a:pt x="143248" y="70701"/>
                  <a:pt x="143248" y="80577"/>
                </a:cubicBezTo>
                <a:cubicBezTo>
                  <a:pt x="143248" y="90453"/>
                  <a:pt x="137233" y="98483"/>
                  <a:pt x="129819" y="98483"/>
                </a:cubicBezTo>
                <a:cubicBezTo>
                  <a:pt x="126909" y="98483"/>
                  <a:pt x="124195" y="97252"/>
                  <a:pt x="122013" y="95126"/>
                </a:cubicBezTo>
                <a:cubicBezTo>
                  <a:pt x="120082" y="93279"/>
                  <a:pt x="117732" y="91768"/>
                  <a:pt x="115046" y="91768"/>
                </a:cubicBezTo>
                <a:cubicBezTo>
                  <a:pt x="110849" y="91768"/>
                  <a:pt x="107436" y="95182"/>
                  <a:pt x="107436" y="99378"/>
                </a:cubicBezTo>
                <a:lnTo>
                  <a:pt x="107436" y="129819"/>
                </a:lnTo>
                <a:cubicBezTo>
                  <a:pt x="107436" y="137233"/>
                  <a:pt x="101421" y="143248"/>
                  <a:pt x="94007" y="143248"/>
                </a:cubicBezTo>
                <a:lnTo>
                  <a:pt x="78115" y="143248"/>
                </a:lnTo>
                <a:cubicBezTo>
                  <a:pt x="74534" y="143248"/>
                  <a:pt x="71624" y="140338"/>
                  <a:pt x="71624" y="136757"/>
                </a:cubicBezTo>
                <a:cubicBezTo>
                  <a:pt x="71624" y="134183"/>
                  <a:pt x="73247" y="131917"/>
                  <a:pt x="75317" y="130378"/>
                </a:cubicBezTo>
                <a:cubicBezTo>
                  <a:pt x="78563" y="127944"/>
                  <a:pt x="80577" y="124587"/>
                  <a:pt x="80577" y="120866"/>
                </a:cubicBezTo>
                <a:cubicBezTo>
                  <a:pt x="80577" y="113451"/>
                  <a:pt x="72547" y="107436"/>
                  <a:pt x="62671" y="107436"/>
                </a:cubicBezTo>
                <a:cubicBezTo>
                  <a:pt x="52795" y="107436"/>
                  <a:pt x="44765" y="113451"/>
                  <a:pt x="44765" y="120866"/>
                </a:cubicBezTo>
                <a:cubicBezTo>
                  <a:pt x="44765" y="124587"/>
                  <a:pt x="46779" y="127944"/>
                  <a:pt x="50025" y="130378"/>
                </a:cubicBezTo>
                <a:cubicBezTo>
                  <a:pt x="52095" y="131917"/>
                  <a:pt x="53718" y="134155"/>
                  <a:pt x="53718" y="136757"/>
                </a:cubicBezTo>
                <a:cubicBezTo>
                  <a:pt x="53718" y="140338"/>
                  <a:pt x="50808" y="143248"/>
                  <a:pt x="47227" y="143248"/>
                </a:cubicBezTo>
                <a:lnTo>
                  <a:pt x="13430" y="143248"/>
                </a:lnTo>
                <a:cubicBezTo>
                  <a:pt x="6015" y="143248"/>
                  <a:pt x="0" y="137233"/>
                  <a:pt x="0" y="129819"/>
                </a:cubicBezTo>
                <a:lnTo>
                  <a:pt x="0" y="96021"/>
                </a:lnTo>
                <a:cubicBezTo>
                  <a:pt x="0" y="92440"/>
                  <a:pt x="2910" y="89530"/>
                  <a:pt x="6491" y="89530"/>
                </a:cubicBezTo>
                <a:cubicBezTo>
                  <a:pt x="9065" y="89530"/>
                  <a:pt x="11331" y="91153"/>
                  <a:pt x="12870" y="93223"/>
                </a:cubicBezTo>
                <a:cubicBezTo>
                  <a:pt x="15304" y="96469"/>
                  <a:pt x="18661" y="98483"/>
                  <a:pt x="22383" y="98483"/>
                </a:cubicBezTo>
                <a:cubicBezTo>
                  <a:pt x="29797" y="98483"/>
                  <a:pt x="35812" y="90453"/>
                  <a:pt x="35812" y="80577"/>
                </a:cubicBezTo>
                <a:cubicBezTo>
                  <a:pt x="35812" y="70701"/>
                  <a:pt x="29797" y="62671"/>
                  <a:pt x="22383" y="62671"/>
                </a:cubicBezTo>
                <a:cubicBezTo>
                  <a:pt x="18661" y="62671"/>
                  <a:pt x="15304" y="64685"/>
                  <a:pt x="12870" y="67931"/>
                </a:cubicBezTo>
                <a:cubicBezTo>
                  <a:pt x="11331" y="70001"/>
                  <a:pt x="9093" y="71624"/>
                  <a:pt x="6491" y="71624"/>
                </a:cubicBezTo>
                <a:cubicBezTo>
                  <a:pt x="2910" y="71624"/>
                  <a:pt x="0" y="68714"/>
                  <a:pt x="0" y="65133"/>
                </a:cubicBezTo>
                <a:lnTo>
                  <a:pt x="0" y="49242"/>
                </a:lnTo>
                <a:cubicBezTo>
                  <a:pt x="0" y="41827"/>
                  <a:pt x="6015" y="35812"/>
                  <a:pt x="13430" y="35812"/>
                </a:cubicBezTo>
                <a:lnTo>
                  <a:pt x="43870" y="35812"/>
                </a:lnTo>
                <a:cubicBezTo>
                  <a:pt x="48066" y="35812"/>
                  <a:pt x="51480" y="32399"/>
                  <a:pt x="51480" y="28202"/>
                </a:cubicBezTo>
                <a:cubicBezTo>
                  <a:pt x="51480" y="25544"/>
                  <a:pt x="49969" y="23166"/>
                  <a:pt x="48122" y="21235"/>
                </a:cubicBezTo>
                <a:cubicBezTo>
                  <a:pt x="46024" y="19025"/>
                  <a:pt x="44765" y="16339"/>
                  <a:pt x="44765" y="13430"/>
                </a:cubicBezTo>
                <a:cubicBezTo>
                  <a:pt x="44765" y="6015"/>
                  <a:pt x="52795" y="0"/>
                  <a:pt x="62671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6478094" y="4256061"/>
            <a:ext cx="533996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复用策略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95055" y="4574390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31834" y="0"/>
                </a:moveTo>
                <a:lnTo>
                  <a:pt x="159164" y="0"/>
                </a:lnTo>
                <a:cubicBezTo>
                  <a:pt x="176733" y="0"/>
                  <a:pt x="190997" y="14264"/>
                  <a:pt x="190997" y="31834"/>
                </a:cubicBezTo>
                <a:lnTo>
                  <a:pt x="190997" y="159164"/>
                </a:lnTo>
                <a:cubicBezTo>
                  <a:pt x="190997" y="176733"/>
                  <a:pt x="176733" y="190997"/>
                  <a:pt x="159164" y="190997"/>
                </a:cubicBezTo>
                <a:lnTo>
                  <a:pt x="31834" y="190997"/>
                </a:lnTo>
                <a:cubicBezTo>
                  <a:pt x="14264" y="190997"/>
                  <a:pt x="0" y="176733"/>
                  <a:pt x="0" y="159164"/>
                </a:cubicBezTo>
                <a:lnTo>
                  <a:pt x="0" y="31834"/>
                </a:lnTo>
                <a:cubicBezTo>
                  <a:pt x="0" y="14264"/>
                  <a:pt x="14264" y="0"/>
                  <a:pt x="31834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 anchor="t"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6271181" y="4574390"/>
            <a:ext cx="23874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549718" y="4574390"/>
            <a:ext cx="3712568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查询状态 Hook:</a:t>
            </a: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一行替代20行重复代码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295055" y="4829053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31834" y="0"/>
                </a:moveTo>
                <a:lnTo>
                  <a:pt x="159164" y="0"/>
                </a:lnTo>
                <a:cubicBezTo>
                  <a:pt x="176733" y="0"/>
                  <a:pt x="190997" y="14264"/>
                  <a:pt x="190997" y="31834"/>
                </a:cubicBezTo>
                <a:lnTo>
                  <a:pt x="190997" y="159164"/>
                </a:lnTo>
                <a:cubicBezTo>
                  <a:pt x="190997" y="176733"/>
                  <a:pt x="176733" y="190997"/>
                  <a:pt x="159164" y="190997"/>
                </a:cubicBezTo>
                <a:lnTo>
                  <a:pt x="31834" y="190997"/>
                </a:lnTo>
                <a:cubicBezTo>
                  <a:pt x="14264" y="190997"/>
                  <a:pt x="0" y="176733"/>
                  <a:pt x="0" y="159164"/>
                </a:cubicBezTo>
                <a:lnTo>
                  <a:pt x="0" y="31834"/>
                </a:lnTo>
                <a:cubicBezTo>
                  <a:pt x="0" y="14264"/>
                  <a:pt x="14264" y="0"/>
                  <a:pt x="31834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 anchor="t"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6271181" y="4829053"/>
            <a:ext cx="23874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549718" y="4829053"/>
            <a:ext cx="3100909" cy="19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筛选栏组件:</a:t>
            </a: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统一布局,配置化筛选项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95055" y="5083716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31834" y="0"/>
                </a:moveTo>
                <a:lnTo>
                  <a:pt x="159164" y="0"/>
                </a:lnTo>
                <a:cubicBezTo>
                  <a:pt x="176733" y="0"/>
                  <a:pt x="190997" y="14264"/>
                  <a:pt x="190997" y="31834"/>
                </a:cubicBezTo>
                <a:lnTo>
                  <a:pt x="190997" y="159164"/>
                </a:lnTo>
                <a:cubicBezTo>
                  <a:pt x="190997" y="176733"/>
                  <a:pt x="176733" y="190997"/>
                  <a:pt x="159164" y="190997"/>
                </a:cubicBezTo>
                <a:lnTo>
                  <a:pt x="31834" y="190997"/>
                </a:lnTo>
                <a:cubicBezTo>
                  <a:pt x="14264" y="190997"/>
                  <a:pt x="0" y="176733"/>
                  <a:pt x="0" y="159164"/>
                </a:cubicBezTo>
                <a:lnTo>
                  <a:pt x="0" y="31834"/>
                </a:lnTo>
                <a:cubicBezTo>
                  <a:pt x="0" y="14264"/>
                  <a:pt x="14264" y="0"/>
                  <a:pt x="31834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6271181" y="5083716"/>
            <a:ext cx="23874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549718" y="5083716"/>
            <a:ext cx="3236833" cy="28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共享基座:</a:t>
            </a: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商户/管理员共用表格</a:t>
            </a:r>
            <a:endParaRPr lang="en-US" sz="1600" dirty="0"/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9451A671-C159-2668-F7FE-718504080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278" y="834830"/>
            <a:ext cx="7764441" cy="574422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398804"/>
            <a:ext cx="75963" cy="303850"/>
          </a:xfrm>
          <a:custGeom>
            <a:avLst/>
            <a:gdLst/>
            <a:ahLst/>
            <a:cxnLst/>
            <a:rect l="l" t="t" r="r" b="b"/>
            <a:pathLst>
              <a:path w="75963" h="303850">
                <a:moveTo>
                  <a:pt x="37981" y="0"/>
                </a:moveTo>
                <a:lnTo>
                  <a:pt x="37981" y="0"/>
                </a:lnTo>
                <a:cubicBezTo>
                  <a:pt x="58944" y="0"/>
                  <a:pt x="75963" y="17019"/>
                  <a:pt x="75963" y="37981"/>
                </a:cubicBezTo>
                <a:lnTo>
                  <a:pt x="75963" y="265869"/>
                </a:lnTo>
                <a:cubicBezTo>
                  <a:pt x="75963" y="286832"/>
                  <a:pt x="58944" y="303850"/>
                  <a:pt x="37981" y="303850"/>
                </a:cubicBezTo>
                <a:lnTo>
                  <a:pt x="37981" y="303850"/>
                </a:lnTo>
                <a:cubicBezTo>
                  <a:pt x="17019" y="303850"/>
                  <a:pt x="0" y="286832"/>
                  <a:pt x="0" y="265869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9720" y="379813"/>
            <a:ext cx="3399327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管理端技术实现: 性能优化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9720" y="759626"/>
            <a:ext cx="11318430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813" y="1025495"/>
            <a:ext cx="11432374" cy="569720"/>
          </a:xfrm>
          <a:custGeom>
            <a:avLst/>
            <a:gdLst/>
            <a:ahLst/>
            <a:cxnLst/>
            <a:rect l="l" t="t" r="r" b="b"/>
            <a:pathLst>
              <a:path w="11432374" h="569720">
                <a:moveTo>
                  <a:pt x="113944" y="0"/>
                </a:moveTo>
                <a:lnTo>
                  <a:pt x="11318430" y="0"/>
                </a:lnTo>
                <a:cubicBezTo>
                  <a:pt x="11381359" y="0"/>
                  <a:pt x="11432374" y="51014"/>
                  <a:pt x="11432374" y="113944"/>
                </a:cubicBezTo>
                <a:lnTo>
                  <a:pt x="11432374" y="455776"/>
                </a:lnTo>
                <a:cubicBezTo>
                  <a:pt x="11432374" y="518705"/>
                  <a:pt x="11381359" y="569720"/>
                  <a:pt x="11318430" y="569720"/>
                </a:cubicBezTo>
                <a:lnTo>
                  <a:pt x="113944" y="569720"/>
                </a:lnTo>
                <a:cubicBezTo>
                  <a:pt x="51014" y="569720"/>
                  <a:pt x="0" y="518705"/>
                  <a:pt x="0" y="455776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0" scaled="1"/>
          </a:gradFill>
          <a:ln/>
          <a:effectLst>
            <a:outerShdw blurRad="142430" dist="9495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22243" y="1196411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56972" y="142430"/>
                </a:moveTo>
                <a:lnTo>
                  <a:pt x="10905" y="142430"/>
                </a:lnTo>
                <a:cubicBezTo>
                  <a:pt x="-178" y="142430"/>
                  <a:pt x="-6988" y="130368"/>
                  <a:pt x="-1291" y="120843"/>
                </a:cubicBezTo>
                <a:lnTo>
                  <a:pt x="22255" y="81586"/>
                </a:lnTo>
                <a:cubicBezTo>
                  <a:pt x="26127" y="75132"/>
                  <a:pt x="33070" y="71215"/>
                  <a:pt x="40593" y="71215"/>
                </a:cubicBezTo>
                <a:lnTo>
                  <a:pt x="82876" y="71215"/>
                </a:lnTo>
                <a:cubicBezTo>
                  <a:pt x="116748" y="13842"/>
                  <a:pt x="167266" y="10949"/>
                  <a:pt x="201049" y="15890"/>
                </a:cubicBezTo>
                <a:cubicBezTo>
                  <a:pt x="206746" y="16736"/>
                  <a:pt x="211197" y="21186"/>
                  <a:pt x="211998" y="26839"/>
                </a:cubicBezTo>
                <a:cubicBezTo>
                  <a:pt x="216939" y="60622"/>
                  <a:pt x="214045" y="111140"/>
                  <a:pt x="156673" y="145011"/>
                </a:cubicBezTo>
                <a:lnTo>
                  <a:pt x="156673" y="187295"/>
                </a:lnTo>
                <a:cubicBezTo>
                  <a:pt x="156673" y="194817"/>
                  <a:pt x="152756" y="201761"/>
                  <a:pt x="146302" y="205633"/>
                </a:cubicBezTo>
                <a:lnTo>
                  <a:pt x="107045" y="229179"/>
                </a:lnTo>
                <a:cubicBezTo>
                  <a:pt x="97564" y="234876"/>
                  <a:pt x="85458" y="228021"/>
                  <a:pt x="85458" y="216983"/>
                </a:cubicBezTo>
                <a:lnTo>
                  <a:pt x="85458" y="170916"/>
                </a:lnTo>
                <a:cubicBezTo>
                  <a:pt x="85458" y="155204"/>
                  <a:pt x="72684" y="142430"/>
                  <a:pt x="56972" y="142430"/>
                </a:cubicBezTo>
                <a:lnTo>
                  <a:pt x="56927" y="142430"/>
                </a:lnTo>
                <a:close/>
                <a:moveTo>
                  <a:pt x="178037" y="71215"/>
                </a:moveTo>
                <a:cubicBezTo>
                  <a:pt x="178037" y="59424"/>
                  <a:pt x="168464" y="49850"/>
                  <a:pt x="156673" y="49850"/>
                </a:cubicBezTo>
                <a:cubicBezTo>
                  <a:pt x="144882" y="49850"/>
                  <a:pt x="135308" y="59424"/>
                  <a:pt x="135308" y="71215"/>
                </a:cubicBezTo>
                <a:cubicBezTo>
                  <a:pt x="135308" y="83006"/>
                  <a:pt x="144882" y="92579"/>
                  <a:pt x="156673" y="92579"/>
                </a:cubicBezTo>
                <a:cubicBezTo>
                  <a:pt x="168464" y="92579"/>
                  <a:pt x="178037" y="83006"/>
                  <a:pt x="178037" y="7121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2561" y="1177421"/>
            <a:ext cx="251626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四类优化手段,对应四种优化方向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8804" y="1709159"/>
            <a:ext cx="2755905" cy="2183925"/>
          </a:xfrm>
          <a:custGeom>
            <a:avLst/>
            <a:gdLst/>
            <a:ahLst/>
            <a:cxnLst/>
            <a:rect l="l" t="t" r="r" b="b"/>
            <a:pathLst>
              <a:path w="3693682" h="2183925">
                <a:moveTo>
                  <a:pt x="37981" y="0"/>
                </a:moveTo>
                <a:lnTo>
                  <a:pt x="3579747" y="0"/>
                </a:lnTo>
                <a:cubicBezTo>
                  <a:pt x="3642672" y="0"/>
                  <a:pt x="3693682" y="51011"/>
                  <a:pt x="3693682" y="113935"/>
                </a:cubicBezTo>
                <a:lnTo>
                  <a:pt x="3693682" y="2069990"/>
                </a:lnTo>
                <a:cubicBezTo>
                  <a:pt x="3693682" y="2132915"/>
                  <a:pt x="3642672" y="2183925"/>
                  <a:pt x="3579747" y="2183925"/>
                </a:cubicBezTo>
                <a:lnTo>
                  <a:pt x="37981" y="2183925"/>
                </a:lnTo>
                <a:cubicBezTo>
                  <a:pt x="17005" y="2183925"/>
                  <a:pt x="0" y="2166920"/>
                  <a:pt x="0" y="214594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972" dist="3798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98804" y="1709159"/>
            <a:ext cx="37981" cy="2183925"/>
          </a:xfrm>
          <a:custGeom>
            <a:avLst/>
            <a:gdLst/>
            <a:ahLst/>
            <a:cxnLst/>
            <a:rect l="l" t="t" r="r" b="b"/>
            <a:pathLst>
              <a:path w="37981" h="2183925">
                <a:moveTo>
                  <a:pt x="37981" y="0"/>
                </a:moveTo>
                <a:lnTo>
                  <a:pt x="37981" y="0"/>
                </a:lnTo>
                <a:lnTo>
                  <a:pt x="37981" y="2183925"/>
                </a:lnTo>
                <a:lnTo>
                  <a:pt x="37981" y="2183925"/>
                </a:lnTo>
                <a:cubicBezTo>
                  <a:pt x="17005" y="2183925"/>
                  <a:pt x="0" y="2166920"/>
                  <a:pt x="0" y="214594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97987" y="1823103"/>
            <a:ext cx="226706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75963" y="0"/>
                </a:moveTo>
                <a:lnTo>
                  <a:pt x="227888" y="0"/>
                </a:lnTo>
                <a:cubicBezTo>
                  <a:pt x="269813" y="0"/>
                  <a:pt x="303850" y="34038"/>
                  <a:pt x="303850" y="75963"/>
                </a:cubicBezTo>
                <a:lnTo>
                  <a:pt x="303850" y="227888"/>
                </a:lnTo>
                <a:cubicBezTo>
                  <a:pt x="303850" y="269813"/>
                  <a:pt x="269813" y="303850"/>
                  <a:pt x="227888" y="303850"/>
                </a:cubicBezTo>
                <a:lnTo>
                  <a:pt x="75963" y="303850"/>
                </a:lnTo>
                <a:cubicBezTo>
                  <a:pt x="34038" y="303850"/>
                  <a:pt x="0" y="269813"/>
                  <a:pt x="0" y="227888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63520" y="1908561"/>
            <a:ext cx="132935" cy="132935"/>
          </a:xfrm>
          <a:custGeom>
            <a:avLst/>
            <a:gdLst/>
            <a:ahLst/>
            <a:cxnLst/>
            <a:rect l="l" t="t" r="r" b="b"/>
            <a:pathLst>
              <a:path w="132935" h="132935">
                <a:moveTo>
                  <a:pt x="49850" y="66467"/>
                </a:moveTo>
                <a:lnTo>
                  <a:pt x="39595" y="76723"/>
                </a:lnTo>
                <a:cubicBezTo>
                  <a:pt x="36323" y="75451"/>
                  <a:pt x="32792" y="74776"/>
                  <a:pt x="29079" y="74776"/>
                </a:cubicBezTo>
                <a:cubicBezTo>
                  <a:pt x="13008" y="74776"/>
                  <a:pt x="0" y="87784"/>
                  <a:pt x="0" y="103855"/>
                </a:cubicBezTo>
                <a:cubicBezTo>
                  <a:pt x="0" y="119927"/>
                  <a:pt x="13008" y="132935"/>
                  <a:pt x="29079" y="132935"/>
                </a:cubicBezTo>
                <a:cubicBezTo>
                  <a:pt x="45151" y="132935"/>
                  <a:pt x="58159" y="119927"/>
                  <a:pt x="58159" y="103855"/>
                </a:cubicBezTo>
                <a:cubicBezTo>
                  <a:pt x="58159" y="100142"/>
                  <a:pt x="57458" y="96611"/>
                  <a:pt x="56212" y="93340"/>
                </a:cubicBezTo>
                <a:lnTo>
                  <a:pt x="129611" y="19940"/>
                </a:lnTo>
                <a:cubicBezTo>
                  <a:pt x="131455" y="18097"/>
                  <a:pt x="131455" y="15137"/>
                  <a:pt x="129611" y="13293"/>
                </a:cubicBezTo>
                <a:cubicBezTo>
                  <a:pt x="122263" y="5946"/>
                  <a:pt x="110372" y="5946"/>
                  <a:pt x="103024" y="13293"/>
                </a:cubicBezTo>
                <a:lnTo>
                  <a:pt x="66467" y="49850"/>
                </a:lnTo>
                <a:lnTo>
                  <a:pt x="56212" y="39595"/>
                </a:lnTo>
                <a:cubicBezTo>
                  <a:pt x="57484" y="36323"/>
                  <a:pt x="58159" y="32792"/>
                  <a:pt x="58159" y="29079"/>
                </a:cubicBezTo>
                <a:cubicBezTo>
                  <a:pt x="58159" y="13008"/>
                  <a:pt x="45151" y="0"/>
                  <a:pt x="29079" y="0"/>
                </a:cubicBezTo>
                <a:cubicBezTo>
                  <a:pt x="13008" y="0"/>
                  <a:pt x="0" y="13008"/>
                  <a:pt x="0" y="29079"/>
                </a:cubicBezTo>
                <a:cubicBezTo>
                  <a:pt x="0" y="45151"/>
                  <a:pt x="13008" y="58159"/>
                  <a:pt x="29079" y="58159"/>
                </a:cubicBezTo>
                <a:cubicBezTo>
                  <a:pt x="32792" y="58159"/>
                  <a:pt x="36323" y="57458"/>
                  <a:pt x="39595" y="56212"/>
                </a:cubicBezTo>
                <a:lnTo>
                  <a:pt x="49850" y="66467"/>
                </a:lnTo>
                <a:close/>
                <a:moveTo>
                  <a:pt x="75269" y="91886"/>
                </a:moveTo>
                <a:lnTo>
                  <a:pt x="103024" y="119641"/>
                </a:lnTo>
                <a:cubicBezTo>
                  <a:pt x="110372" y="126989"/>
                  <a:pt x="122263" y="126989"/>
                  <a:pt x="129611" y="119641"/>
                </a:cubicBezTo>
                <a:cubicBezTo>
                  <a:pt x="131455" y="117798"/>
                  <a:pt x="131455" y="114838"/>
                  <a:pt x="129611" y="112994"/>
                </a:cubicBezTo>
                <a:lnTo>
                  <a:pt x="91886" y="75269"/>
                </a:lnTo>
                <a:lnTo>
                  <a:pt x="75269" y="91886"/>
                </a:lnTo>
                <a:close/>
                <a:moveTo>
                  <a:pt x="16617" y="29079"/>
                </a:moveTo>
                <a:cubicBezTo>
                  <a:pt x="16617" y="22201"/>
                  <a:pt x="22201" y="16617"/>
                  <a:pt x="29079" y="16617"/>
                </a:cubicBezTo>
                <a:cubicBezTo>
                  <a:pt x="35958" y="16617"/>
                  <a:pt x="41542" y="22201"/>
                  <a:pt x="41542" y="29079"/>
                </a:cubicBezTo>
                <a:cubicBezTo>
                  <a:pt x="41542" y="35958"/>
                  <a:pt x="35958" y="41542"/>
                  <a:pt x="29079" y="41542"/>
                </a:cubicBezTo>
                <a:cubicBezTo>
                  <a:pt x="22201" y="41542"/>
                  <a:pt x="16617" y="35958"/>
                  <a:pt x="16617" y="29079"/>
                </a:cubicBezTo>
                <a:close/>
                <a:moveTo>
                  <a:pt x="29079" y="91393"/>
                </a:moveTo>
                <a:cubicBezTo>
                  <a:pt x="35958" y="91393"/>
                  <a:pt x="41542" y="96977"/>
                  <a:pt x="41542" y="103855"/>
                </a:cubicBezTo>
                <a:cubicBezTo>
                  <a:pt x="41542" y="110733"/>
                  <a:pt x="35958" y="116318"/>
                  <a:pt x="29079" y="116318"/>
                </a:cubicBezTo>
                <a:cubicBezTo>
                  <a:pt x="22201" y="116318"/>
                  <a:pt x="16617" y="110733"/>
                  <a:pt x="16617" y="103855"/>
                </a:cubicBezTo>
                <a:cubicBezTo>
                  <a:pt x="16617" y="96977"/>
                  <a:pt x="22201" y="91393"/>
                  <a:pt x="29079" y="9139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1371" y="1842093"/>
            <a:ext cx="1452151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代码分割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7987" y="2202916"/>
            <a:ext cx="262129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 JS bundle 过大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7987" y="2468785"/>
            <a:ext cx="2571706" cy="455776"/>
          </a:xfrm>
          <a:custGeom>
            <a:avLst/>
            <a:gdLst/>
            <a:ahLst/>
            <a:cxnLst/>
            <a:rect l="l" t="t" r="r" b="b"/>
            <a:pathLst>
              <a:path w="3446804" h="455776">
                <a:moveTo>
                  <a:pt x="75964" y="0"/>
                </a:moveTo>
                <a:lnTo>
                  <a:pt x="3370840" y="0"/>
                </a:lnTo>
                <a:cubicBezTo>
                  <a:pt x="3412793" y="0"/>
                  <a:pt x="3446804" y="34010"/>
                  <a:pt x="3446804" y="75964"/>
                </a:cubicBezTo>
                <a:lnTo>
                  <a:pt x="3446804" y="379812"/>
                </a:lnTo>
                <a:cubicBezTo>
                  <a:pt x="3446804" y="421765"/>
                  <a:pt x="3412793" y="455776"/>
                  <a:pt x="3370840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0495" y="2525757"/>
            <a:ext cx="25362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0495" y="2715664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15个页面 React.lazy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7987" y="2962426"/>
            <a:ext cx="2571706" cy="455776"/>
          </a:xfrm>
          <a:custGeom>
            <a:avLst/>
            <a:gdLst/>
            <a:ahLst/>
            <a:cxnLst/>
            <a:rect l="l" t="t" r="r" b="b"/>
            <a:pathLst>
              <a:path w="3446804" h="455776">
                <a:moveTo>
                  <a:pt x="75964" y="0"/>
                </a:moveTo>
                <a:lnTo>
                  <a:pt x="3370840" y="0"/>
                </a:lnTo>
                <a:cubicBezTo>
                  <a:pt x="3412793" y="0"/>
                  <a:pt x="3446804" y="34010"/>
                  <a:pt x="3446804" y="75964"/>
                </a:cubicBezTo>
                <a:lnTo>
                  <a:pt x="3446804" y="379812"/>
                </a:lnTo>
                <a:cubicBezTo>
                  <a:pt x="3446804" y="421765"/>
                  <a:pt x="3412793" y="455776"/>
                  <a:pt x="3370840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0495" y="3019398"/>
            <a:ext cx="25362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0495" y="3209305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大体积组件单独拆包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7987" y="3513392"/>
            <a:ext cx="2571706" cy="265869"/>
          </a:xfrm>
          <a:custGeom>
            <a:avLst/>
            <a:gdLst/>
            <a:ahLst/>
            <a:cxnLst/>
            <a:rect l="l" t="t" r="r" b="b"/>
            <a:pathLst>
              <a:path w="3446804" h="265869">
                <a:moveTo>
                  <a:pt x="75961" y="0"/>
                </a:moveTo>
                <a:lnTo>
                  <a:pt x="3370842" y="0"/>
                </a:lnTo>
                <a:cubicBezTo>
                  <a:pt x="3412795" y="0"/>
                  <a:pt x="3446804" y="34009"/>
                  <a:pt x="3446804" y="75961"/>
                </a:cubicBezTo>
                <a:lnTo>
                  <a:pt x="3446804" y="189908"/>
                </a:lnTo>
                <a:cubicBezTo>
                  <a:pt x="3446804" y="231860"/>
                  <a:pt x="3412795" y="265869"/>
                  <a:pt x="3370842" y="265869"/>
                </a:cubicBezTo>
                <a:lnTo>
                  <a:pt x="75961" y="265869"/>
                </a:lnTo>
                <a:cubicBezTo>
                  <a:pt x="34037" y="265869"/>
                  <a:pt x="0" y="231832"/>
                  <a:pt x="0" y="189908"/>
                </a:cubicBezTo>
                <a:lnTo>
                  <a:pt x="0" y="75961"/>
                </a:lnTo>
                <a:cubicBezTo>
                  <a:pt x="0" y="34037"/>
                  <a:pt x="34037" y="0"/>
                  <a:pt x="75961" y="0"/>
                </a:cubicBezTo>
                <a:close/>
              </a:path>
            </a:pathLst>
          </a:custGeom>
          <a:solidFill>
            <a:srgbClr val="1677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0495" y="3570364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167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DashboardBatchModals / AuditTable / echarts-for-react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84709" y="1709159"/>
            <a:ext cx="2755905" cy="2183925"/>
          </a:xfrm>
          <a:custGeom>
            <a:avLst/>
            <a:gdLst/>
            <a:ahLst/>
            <a:cxnLst/>
            <a:rect l="l" t="t" r="r" b="b"/>
            <a:pathLst>
              <a:path w="3693682" h="2183925">
                <a:moveTo>
                  <a:pt x="37981" y="0"/>
                </a:moveTo>
                <a:lnTo>
                  <a:pt x="3579747" y="0"/>
                </a:lnTo>
                <a:cubicBezTo>
                  <a:pt x="3642672" y="0"/>
                  <a:pt x="3693682" y="51011"/>
                  <a:pt x="3693682" y="113935"/>
                </a:cubicBezTo>
                <a:lnTo>
                  <a:pt x="3693682" y="2069990"/>
                </a:lnTo>
                <a:cubicBezTo>
                  <a:pt x="3693682" y="2132915"/>
                  <a:pt x="3642672" y="2183925"/>
                  <a:pt x="3579747" y="2183925"/>
                </a:cubicBezTo>
                <a:lnTo>
                  <a:pt x="37981" y="2183925"/>
                </a:lnTo>
                <a:cubicBezTo>
                  <a:pt x="17005" y="2183925"/>
                  <a:pt x="0" y="2166920"/>
                  <a:pt x="0" y="214594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972" dist="3798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284709" y="1709159"/>
            <a:ext cx="37981" cy="2183925"/>
          </a:xfrm>
          <a:custGeom>
            <a:avLst/>
            <a:gdLst/>
            <a:ahLst/>
            <a:cxnLst/>
            <a:rect l="l" t="t" r="r" b="b"/>
            <a:pathLst>
              <a:path w="37981" h="2183925">
                <a:moveTo>
                  <a:pt x="37981" y="0"/>
                </a:moveTo>
                <a:lnTo>
                  <a:pt x="37981" y="0"/>
                </a:lnTo>
                <a:lnTo>
                  <a:pt x="37981" y="2183925"/>
                </a:lnTo>
                <a:lnTo>
                  <a:pt x="37981" y="2183925"/>
                </a:lnTo>
                <a:cubicBezTo>
                  <a:pt x="17005" y="2183925"/>
                  <a:pt x="0" y="2166920"/>
                  <a:pt x="0" y="214594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383893" y="1823103"/>
            <a:ext cx="226706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75963" y="0"/>
                </a:moveTo>
                <a:lnTo>
                  <a:pt x="227888" y="0"/>
                </a:lnTo>
                <a:cubicBezTo>
                  <a:pt x="269813" y="0"/>
                  <a:pt x="303850" y="34038"/>
                  <a:pt x="303850" y="75963"/>
                </a:cubicBezTo>
                <a:lnTo>
                  <a:pt x="303850" y="227888"/>
                </a:lnTo>
                <a:cubicBezTo>
                  <a:pt x="303850" y="269813"/>
                  <a:pt x="269813" y="303850"/>
                  <a:pt x="227888" y="303850"/>
                </a:cubicBezTo>
                <a:lnTo>
                  <a:pt x="75963" y="303850"/>
                </a:lnTo>
                <a:cubicBezTo>
                  <a:pt x="34038" y="303850"/>
                  <a:pt x="0" y="269813"/>
                  <a:pt x="0" y="227888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449425" y="1908561"/>
            <a:ext cx="132935" cy="132935"/>
          </a:xfrm>
          <a:custGeom>
            <a:avLst/>
            <a:gdLst/>
            <a:ahLst/>
            <a:cxnLst/>
            <a:rect l="l" t="t" r="r" b="b"/>
            <a:pathLst>
              <a:path w="132935" h="132935">
                <a:moveTo>
                  <a:pt x="66467" y="0"/>
                </a:moveTo>
                <a:cubicBezTo>
                  <a:pt x="103152" y="0"/>
                  <a:pt x="132935" y="29783"/>
                  <a:pt x="132935" y="66467"/>
                </a:cubicBezTo>
                <a:cubicBezTo>
                  <a:pt x="132935" y="103152"/>
                  <a:pt x="103152" y="132935"/>
                  <a:pt x="66467" y="132935"/>
                </a:cubicBezTo>
                <a:cubicBezTo>
                  <a:pt x="29783" y="132935"/>
                  <a:pt x="0" y="103152"/>
                  <a:pt x="0" y="66467"/>
                </a:cubicBezTo>
                <a:cubicBezTo>
                  <a:pt x="0" y="29783"/>
                  <a:pt x="29783" y="0"/>
                  <a:pt x="66467" y="0"/>
                </a:cubicBezTo>
                <a:close/>
                <a:moveTo>
                  <a:pt x="60236" y="31157"/>
                </a:moveTo>
                <a:lnTo>
                  <a:pt x="60236" y="66467"/>
                </a:lnTo>
                <a:cubicBezTo>
                  <a:pt x="60236" y="68544"/>
                  <a:pt x="61275" y="70492"/>
                  <a:pt x="63014" y="71660"/>
                </a:cubicBezTo>
                <a:lnTo>
                  <a:pt x="87939" y="88277"/>
                </a:lnTo>
                <a:cubicBezTo>
                  <a:pt x="90795" y="90198"/>
                  <a:pt x="94664" y="89419"/>
                  <a:pt x="96585" y="86537"/>
                </a:cubicBezTo>
                <a:cubicBezTo>
                  <a:pt x="98507" y="83655"/>
                  <a:pt x="97728" y="79813"/>
                  <a:pt x="94846" y="77891"/>
                </a:cubicBezTo>
                <a:lnTo>
                  <a:pt x="72699" y="63144"/>
                </a:lnTo>
                <a:lnTo>
                  <a:pt x="72699" y="31157"/>
                </a:lnTo>
                <a:cubicBezTo>
                  <a:pt x="72699" y="27703"/>
                  <a:pt x="69920" y="24925"/>
                  <a:pt x="66467" y="24925"/>
                </a:cubicBezTo>
                <a:cubicBezTo>
                  <a:pt x="63014" y="24925"/>
                  <a:pt x="60236" y="27703"/>
                  <a:pt x="60236" y="3115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667277" y="1842093"/>
            <a:ext cx="167000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请求时机优化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83893" y="2202916"/>
            <a:ext cx="262129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非关键请求不抢占首屏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83893" y="2468785"/>
            <a:ext cx="2571706" cy="455776"/>
          </a:xfrm>
          <a:custGeom>
            <a:avLst/>
            <a:gdLst/>
            <a:ahLst/>
            <a:cxnLst/>
            <a:rect l="l" t="t" r="r" b="b"/>
            <a:pathLst>
              <a:path w="3446804" h="455776">
                <a:moveTo>
                  <a:pt x="75964" y="0"/>
                </a:moveTo>
                <a:lnTo>
                  <a:pt x="3370840" y="0"/>
                </a:lnTo>
                <a:cubicBezTo>
                  <a:pt x="3412793" y="0"/>
                  <a:pt x="3446804" y="34010"/>
                  <a:pt x="3446804" y="75964"/>
                </a:cubicBezTo>
                <a:lnTo>
                  <a:pt x="3446804" y="379812"/>
                </a:lnTo>
                <a:cubicBezTo>
                  <a:pt x="3446804" y="421765"/>
                  <a:pt x="3412793" y="455776"/>
                  <a:pt x="3370840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426401" y="2525757"/>
            <a:ext cx="25362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requestIdleCallback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26401" y="2715664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空闲时才发起请求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83893" y="2962426"/>
            <a:ext cx="2571706" cy="455776"/>
          </a:xfrm>
          <a:custGeom>
            <a:avLst/>
            <a:gdLst/>
            <a:ahLst/>
            <a:cxnLst/>
            <a:rect l="l" t="t" r="r" b="b"/>
            <a:pathLst>
              <a:path w="3446804" h="455776">
                <a:moveTo>
                  <a:pt x="75964" y="0"/>
                </a:moveTo>
                <a:lnTo>
                  <a:pt x="3370840" y="0"/>
                </a:lnTo>
                <a:cubicBezTo>
                  <a:pt x="3412793" y="0"/>
                  <a:pt x="3446804" y="34010"/>
                  <a:pt x="3446804" y="75964"/>
                </a:cubicBezTo>
                <a:lnTo>
                  <a:pt x="3446804" y="379812"/>
                </a:lnTo>
                <a:cubicBezTo>
                  <a:pt x="3446804" y="421765"/>
                  <a:pt x="3412793" y="455776"/>
                  <a:pt x="3370840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426401" y="3019398"/>
            <a:ext cx="25362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Tab 延迟加载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26401" y="3209305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激活时才发起请求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83893" y="3513392"/>
            <a:ext cx="2571706" cy="265869"/>
          </a:xfrm>
          <a:custGeom>
            <a:avLst/>
            <a:gdLst/>
            <a:ahLst/>
            <a:cxnLst/>
            <a:rect l="l" t="t" r="r" b="b"/>
            <a:pathLst>
              <a:path w="3446804" h="265869">
                <a:moveTo>
                  <a:pt x="75961" y="0"/>
                </a:moveTo>
                <a:lnTo>
                  <a:pt x="3370842" y="0"/>
                </a:lnTo>
                <a:cubicBezTo>
                  <a:pt x="3412795" y="0"/>
                  <a:pt x="3446804" y="34009"/>
                  <a:pt x="3446804" y="75961"/>
                </a:cubicBezTo>
                <a:lnTo>
                  <a:pt x="3446804" y="189908"/>
                </a:lnTo>
                <a:cubicBezTo>
                  <a:pt x="3446804" y="231860"/>
                  <a:pt x="3412795" y="265869"/>
                  <a:pt x="3370842" y="265869"/>
                </a:cubicBezTo>
                <a:lnTo>
                  <a:pt x="75961" y="265869"/>
                </a:lnTo>
                <a:cubicBezTo>
                  <a:pt x="34037" y="265869"/>
                  <a:pt x="0" y="231832"/>
                  <a:pt x="0" y="189908"/>
                </a:cubicBezTo>
                <a:lnTo>
                  <a:pt x="0" y="75961"/>
                </a:lnTo>
                <a:cubicBezTo>
                  <a:pt x="0" y="34037"/>
                  <a:pt x="34037" y="0"/>
                  <a:pt x="75961" y="0"/>
                </a:cubicBezTo>
                <a:close/>
              </a:path>
            </a:pathLst>
          </a:custGeom>
          <a:solidFill>
            <a:srgbClr val="39A9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426401" y="3570364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39A9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未读消息数 / 待审任务数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0614" y="1709159"/>
            <a:ext cx="2755905" cy="2183925"/>
          </a:xfrm>
          <a:custGeom>
            <a:avLst/>
            <a:gdLst/>
            <a:ahLst/>
            <a:cxnLst/>
            <a:rect l="l" t="t" r="r" b="b"/>
            <a:pathLst>
              <a:path w="3693682" h="2183925">
                <a:moveTo>
                  <a:pt x="37981" y="0"/>
                </a:moveTo>
                <a:lnTo>
                  <a:pt x="3579747" y="0"/>
                </a:lnTo>
                <a:cubicBezTo>
                  <a:pt x="3642672" y="0"/>
                  <a:pt x="3693682" y="51011"/>
                  <a:pt x="3693682" y="113935"/>
                </a:cubicBezTo>
                <a:lnTo>
                  <a:pt x="3693682" y="2069990"/>
                </a:lnTo>
                <a:cubicBezTo>
                  <a:pt x="3693682" y="2132915"/>
                  <a:pt x="3642672" y="2183925"/>
                  <a:pt x="3579747" y="2183925"/>
                </a:cubicBezTo>
                <a:lnTo>
                  <a:pt x="37981" y="2183925"/>
                </a:lnTo>
                <a:cubicBezTo>
                  <a:pt x="17005" y="2183925"/>
                  <a:pt x="0" y="2166920"/>
                  <a:pt x="0" y="214594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972" dist="3798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170614" y="1709159"/>
            <a:ext cx="37981" cy="2183925"/>
          </a:xfrm>
          <a:custGeom>
            <a:avLst/>
            <a:gdLst/>
            <a:ahLst/>
            <a:cxnLst/>
            <a:rect l="l" t="t" r="r" b="b"/>
            <a:pathLst>
              <a:path w="37981" h="2183925">
                <a:moveTo>
                  <a:pt x="37981" y="0"/>
                </a:moveTo>
                <a:lnTo>
                  <a:pt x="37981" y="0"/>
                </a:lnTo>
                <a:lnTo>
                  <a:pt x="37981" y="2183925"/>
                </a:lnTo>
                <a:lnTo>
                  <a:pt x="37981" y="2183925"/>
                </a:lnTo>
                <a:cubicBezTo>
                  <a:pt x="17005" y="2183925"/>
                  <a:pt x="0" y="2166920"/>
                  <a:pt x="0" y="214594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269798" y="1823103"/>
            <a:ext cx="226706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75963" y="0"/>
                </a:moveTo>
                <a:lnTo>
                  <a:pt x="227888" y="0"/>
                </a:lnTo>
                <a:cubicBezTo>
                  <a:pt x="269813" y="0"/>
                  <a:pt x="303850" y="34038"/>
                  <a:pt x="303850" y="75963"/>
                </a:cubicBezTo>
                <a:lnTo>
                  <a:pt x="303850" y="227888"/>
                </a:lnTo>
                <a:cubicBezTo>
                  <a:pt x="303850" y="269813"/>
                  <a:pt x="269813" y="303850"/>
                  <a:pt x="227888" y="303850"/>
                </a:cubicBezTo>
                <a:lnTo>
                  <a:pt x="75963" y="303850"/>
                </a:lnTo>
                <a:cubicBezTo>
                  <a:pt x="34038" y="303850"/>
                  <a:pt x="0" y="269813"/>
                  <a:pt x="0" y="227888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1677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335331" y="1908561"/>
            <a:ext cx="132935" cy="132935"/>
          </a:xfrm>
          <a:custGeom>
            <a:avLst/>
            <a:gdLst/>
            <a:ahLst/>
            <a:cxnLst/>
            <a:rect l="l" t="t" r="r" b="b"/>
            <a:pathLst>
              <a:path w="132935" h="132935">
                <a:moveTo>
                  <a:pt x="123406" y="26"/>
                </a:moveTo>
                <a:cubicBezTo>
                  <a:pt x="125976" y="-182"/>
                  <a:pt x="128495" y="805"/>
                  <a:pt x="130312" y="2622"/>
                </a:cubicBezTo>
                <a:cubicBezTo>
                  <a:pt x="132130" y="4440"/>
                  <a:pt x="133116" y="6958"/>
                  <a:pt x="132909" y="9529"/>
                </a:cubicBezTo>
                <a:cubicBezTo>
                  <a:pt x="131870" y="22329"/>
                  <a:pt x="128391" y="42295"/>
                  <a:pt x="120887" y="61378"/>
                </a:cubicBezTo>
                <a:cubicBezTo>
                  <a:pt x="120420" y="62547"/>
                  <a:pt x="119459" y="63430"/>
                  <a:pt x="118239" y="63793"/>
                </a:cubicBezTo>
                <a:lnTo>
                  <a:pt x="97234" y="70102"/>
                </a:lnTo>
                <a:cubicBezTo>
                  <a:pt x="96222" y="70414"/>
                  <a:pt x="95547" y="71323"/>
                  <a:pt x="95547" y="72387"/>
                </a:cubicBezTo>
                <a:cubicBezTo>
                  <a:pt x="95547" y="73711"/>
                  <a:pt x="96611" y="74776"/>
                  <a:pt x="97935" y="74776"/>
                </a:cubicBezTo>
                <a:lnTo>
                  <a:pt x="107957" y="74776"/>
                </a:lnTo>
                <a:cubicBezTo>
                  <a:pt x="111073" y="74776"/>
                  <a:pt x="113072" y="78099"/>
                  <a:pt x="111463" y="80773"/>
                </a:cubicBezTo>
                <a:cubicBezTo>
                  <a:pt x="110424" y="82513"/>
                  <a:pt x="109308" y="84201"/>
                  <a:pt x="108165" y="85862"/>
                </a:cubicBezTo>
                <a:cubicBezTo>
                  <a:pt x="107646" y="86615"/>
                  <a:pt x="106867" y="87160"/>
                  <a:pt x="105984" y="87446"/>
                </a:cubicBezTo>
                <a:lnTo>
                  <a:pt x="80618" y="95027"/>
                </a:lnTo>
                <a:cubicBezTo>
                  <a:pt x="79605" y="95339"/>
                  <a:pt x="78930" y="96248"/>
                  <a:pt x="78930" y="97312"/>
                </a:cubicBezTo>
                <a:cubicBezTo>
                  <a:pt x="78930" y="98636"/>
                  <a:pt x="79994" y="99701"/>
                  <a:pt x="81319" y="99701"/>
                </a:cubicBezTo>
                <a:lnTo>
                  <a:pt x="85473" y="99701"/>
                </a:lnTo>
                <a:cubicBezTo>
                  <a:pt x="89263" y="99701"/>
                  <a:pt x="90925" y="104219"/>
                  <a:pt x="87758" y="106296"/>
                </a:cubicBezTo>
                <a:cubicBezTo>
                  <a:pt x="70102" y="117979"/>
                  <a:pt x="52005" y="117538"/>
                  <a:pt x="40400" y="114422"/>
                </a:cubicBezTo>
                <a:cubicBezTo>
                  <a:pt x="37102" y="113540"/>
                  <a:pt x="34168" y="111852"/>
                  <a:pt x="31468" y="109775"/>
                </a:cubicBezTo>
                <a:lnTo>
                  <a:pt x="12463" y="128780"/>
                </a:lnTo>
                <a:cubicBezTo>
                  <a:pt x="10178" y="131065"/>
                  <a:pt x="6439" y="131065"/>
                  <a:pt x="4154" y="128780"/>
                </a:cubicBezTo>
                <a:cubicBezTo>
                  <a:pt x="1869" y="126496"/>
                  <a:pt x="1869" y="122757"/>
                  <a:pt x="4154" y="120472"/>
                </a:cubicBezTo>
                <a:lnTo>
                  <a:pt x="24925" y="99701"/>
                </a:lnTo>
                <a:lnTo>
                  <a:pt x="25055" y="99831"/>
                </a:lnTo>
                <a:cubicBezTo>
                  <a:pt x="25237" y="99493"/>
                  <a:pt x="25470" y="99182"/>
                  <a:pt x="25756" y="98896"/>
                </a:cubicBezTo>
                <a:lnTo>
                  <a:pt x="66467" y="58159"/>
                </a:lnTo>
                <a:cubicBezTo>
                  <a:pt x="68752" y="55874"/>
                  <a:pt x="68752" y="52135"/>
                  <a:pt x="66467" y="49850"/>
                </a:cubicBezTo>
                <a:cubicBezTo>
                  <a:pt x="64182" y="47566"/>
                  <a:pt x="60444" y="47566"/>
                  <a:pt x="58159" y="49850"/>
                </a:cubicBezTo>
                <a:lnTo>
                  <a:pt x="23290" y="84694"/>
                </a:lnTo>
                <a:cubicBezTo>
                  <a:pt x="20979" y="87005"/>
                  <a:pt x="17058" y="85836"/>
                  <a:pt x="16799" y="82565"/>
                </a:cubicBezTo>
                <a:cubicBezTo>
                  <a:pt x="15682" y="68752"/>
                  <a:pt x="19213" y="50603"/>
                  <a:pt x="35648" y="34168"/>
                </a:cubicBezTo>
                <a:cubicBezTo>
                  <a:pt x="59301" y="10515"/>
                  <a:pt x="101648" y="1792"/>
                  <a:pt x="123380" y="2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553182" y="1842093"/>
            <a:ext cx="115743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渲染减负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69798" y="2202916"/>
            <a:ext cx="262129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大量 DOM 渲染卡顿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69798" y="2468785"/>
            <a:ext cx="2571706" cy="455776"/>
          </a:xfrm>
          <a:custGeom>
            <a:avLst/>
            <a:gdLst/>
            <a:ahLst/>
            <a:cxnLst/>
            <a:rect l="l" t="t" r="r" b="b"/>
            <a:pathLst>
              <a:path w="3446804" h="455776">
                <a:moveTo>
                  <a:pt x="75964" y="0"/>
                </a:moveTo>
                <a:lnTo>
                  <a:pt x="3370840" y="0"/>
                </a:lnTo>
                <a:cubicBezTo>
                  <a:pt x="3412793" y="0"/>
                  <a:pt x="3446804" y="34010"/>
                  <a:pt x="3446804" y="75964"/>
                </a:cubicBezTo>
                <a:lnTo>
                  <a:pt x="3446804" y="379812"/>
                </a:lnTo>
                <a:cubicBezTo>
                  <a:pt x="3446804" y="421765"/>
                  <a:pt x="3412793" y="455776"/>
                  <a:pt x="3370840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312306" y="2525757"/>
            <a:ext cx="25362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服务端分页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12306" y="2715664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默认每页10条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69798" y="2962426"/>
            <a:ext cx="2571706" cy="455776"/>
          </a:xfrm>
          <a:custGeom>
            <a:avLst/>
            <a:gdLst/>
            <a:ahLst/>
            <a:cxnLst/>
            <a:rect l="l" t="t" r="r" b="b"/>
            <a:pathLst>
              <a:path w="3446804" h="455776">
                <a:moveTo>
                  <a:pt x="75964" y="0"/>
                </a:moveTo>
                <a:lnTo>
                  <a:pt x="3370840" y="0"/>
                </a:lnTo>
                <a:cubicBezTo>
                  <a:pt x="3412793" y="0"/>
                  <a:pt x="3446804" y="34010"/>
                  <a:pt x="3446804" y="75964"/>
                </a:cubicBezTo>
                <a:lnTo>
                  <a:pt x="3446804" y="379812"/>
                </a:lnTo>
                <a:cubicBezTo>
                  <a:pt x="3446804" y="421765"/>
                  <a:pt x="3412793" y="455776"/>
                  <a:pt x="3370840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312306" y="3019398"/>
            <a:ext cx="25362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useMemo 稳定引用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12306" y="3209305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列定义、状态映射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69798" y="3513392"/>
            <a:ext cx="2571706" cy="265869"/>
          </a:xfrm>
          <a:custGeom>
            <a:avLst/>
            <a:gdLst/>
            <a:ahLst/>
            <a:cxnLst/>
            <a:rect l="l" t="t" r="r" b="b"/>
            <a:pathLst>
              <a:path w="3446804" h="265869">
                <a:moveTo>
                  <a:pt x="75961" y="0"/>
                </a:moveTo>
                <a:lnTo>
                  <a:pt x="3370842" y="0"/>
                </a:lnTo>
                <a:cubicBezTo>
                  <a:pt x="3412795" y="0"/>
                  <a:pt x="3446804" y="34009"/>
                  <a:pt x="3446804" y="75961"/>
                </a:cubicBezTo>
                <a:lnTo>
                  <a:pt x="3446804" y="189908"/>
                </a:lnTo>
                <a:cubicBezTo>
                  <a:pt x="3446804" y="231860"/>
                  <a:pt x="3412795" y="265869"/>
                  <a:pt x="3370842" y="265869"/>
                </a:cubicBezTo>
                <a:lnTo>
                  <a:pt x="75961" y="265869"/>
                </a:lnTo>
                <a:cubicBezTo>
                  <a:pt x="34037" y="265869"/>
                  <a:pt x="0" y="231832"/>
                  <a:pt x="0" y="189908"/>
                </a:cubicBezTo>
                <a:lnTo>
                  <a:pt x="0" y="75961"/>
                </a:lnTo>
                <a:cubicBezTo>
                  <a:pt x="0" y="34037"/>
                  <a:pt x="34037" y="0"/>
                  <a:pt x="75961" y="0"/>
                </a:cubicBezTo>
                <a:close/>
              </a:path>
            </a:pathLst>
          </a:custGeom>
          <a:solidFill>
            <a:srgbClr val="4CC9F0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312306" y="3570364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content-visibility: auto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79813" y="4007028"/>
            <a:ext cx="5640224" cy="2468785"/>
          </a:xfrm>
          <a:custGeom>
            <a:avLst/>
            <a:gdLst/>
            <a:ahLst/>
            <a:cxnLst/>
            <a:rect l="l" t="t" r="r" b="b"/>
            <a:pathLst>
              <a:path w="5640224" h="2468785">
                <a:moveTo>
                  <a:pt x="113934" y="0"/>
                </a:moveTo>
                <a:lnTo>
                  <a:pt x="5526290" y="0"/>
                </a:lnTo>
                <a:cubicBezTo>
                  <a:pt x="5589214" y="0"/>
                  <a:pt x="5640224" y="51010"/>
                  <a:pt x="5640224" y="113934"/>
                </a:cubicBezTo>
                <a:lnTo>
                  <a:pt x="5640224" y="2354851"/>
                </a:lnTo>
                <a:cubicBezTo>
                  <a:pt x="5640224" y="2417775"/>
                  <a:pt x="5589214" y="2468785"/>
                  <a:pt x="5526290" y="2468785"/>
                </a:cubicBezTo>
                <a:lnTo>
                  <a:pt x="113934" y="2468785"/>
                </a:lnTo>
                <a:cubicBezTo>
                  <a:pt x="51010" y="2468785"/>
                  <a:pt x="0" y="2417775"/>
                  <a:pt x="0" y="2354851"/>
                </a:cubicBezTo>
                <a:lnTo>
                  <a:pt x="0" y="113934"/>
                </a:lnTo>
                <a:cubicBezTo>
                  <a:pt x="0" y="51052"/>
                  <a:pt x="51052" y="0"/>
                  <a:pt x="113934" y="0"/>
                </a:cubicBezTo>
                <a:close/>
              </a:path>
            </a:pathLst>
          </a:custGeom>
          <a:solidFill>
            <a:srgbClr val="0E1F3D"/>
          </a:solidFill>
          <a:ln/>
          <a:effectLst>
            <a:outerShdw blurRad="56972" dist="3798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93757" y="4120972"/>
            <a:ext cx="547880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性能优化代码示例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07287" y="4161326"/>
            <a:ext cx="5176822" cy="2264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const </a:t>
            </a:r>
            <a:r>
              <a:rPr lang="en-US"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DashboardBatchModals</a:t>
            </a:r>
            <a:r>
              <a:rPr lang="en-US"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lazy(() =&gt; import('../components/</a:t>
            </a:r>
            <a:r>
              <a:rPr lang="en-US"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DashboardBatchModals.jsx</a:t>
            </a:r>
            <a:r>
              <a:rPr lang="en-US"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’))</a:t>
            </a: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0000"/>
              </a:lnSpc>
            </a:pP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const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AuditTable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lazy(() =&gt; import('../components/audit/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AuditTable.jsx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'))</a:t>
            </a:r>
            <a:endParaRPr lang="en-US" sz="10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0000"/>
              </a:lnSpc>
            </a:pPr>
            <a:endParaRPr sz="10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const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ReactECharts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lazy(() =&gt; import('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echarts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-for-react'))</a:t>
            </a:r>
            <a:endParaRPr lang="en-US" sz="10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endParaRPr sz="10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scheduleIdleTask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(async () =&gt; {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setUnreadCount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(await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getUnreadCount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())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}, { timeout: 1500,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fallbackDelay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: 400 })</a:t>
            </a:r>
          </a:p>
        </p:txBody>
      </p:sp>
      <p:sp>
        <p:nvSpPr>
          <p:cNvPr id="53" name="Shape 51"/>
          <p:cNvSpPr/>
          <p:nvPr/>
        </p:nvSpPr>
        <p:spPr>
          <a:xfrm>
            <a:off x="6173625" y="4010826"/>
            <a:ext cx="5628830" cy="2457391"/>
          </a:xfrm>
          <a:custGeom>
            <a:avLst/>
            <a:gdLst/>
            <a:ahLst/>
            <a:cxnLst/>
            <a:rect l="l" t="t" r="r" b="b"/>
            <a:pathLst>
              <a:path w="5628830" h="2457391">
                <a:moveTo>
                  <a:pt x="113949" y="0"/>
                </a:moveTo>
                <a:lnTo>
                  <a:pt x="5514881" y="0"/>
                </a:lnTo>
                <a:cubicBezTo>
                  <a:pt x="5577813" y="0"/>
                  <a:pt x="5628830" y="51017"/>
                  <a:pt x="5628830" y="113949"/>
                </a:cubicBezTo>
                <a:lnTo>
                  <a:pt x="5628830" y="2343441"/>
                </a:lnTo>
                <a:cubicBezTo>
                  <a:pt x="5628830" y="2406374"/>
                  <a:pt x="5577813" y="2457391"/>
                  <a:pt x="5514881" y="2457391"/>
                </a:cubicBezTo>
                <a:lnTo>
                  <a:pt x="113949" y="2457391"/>
                </a:lnTo>
                <a:cubicBezTo>
                  <a:pt x="51059" y="2457391"/>
                  <a:pt x="0" y="2406332"/>
                  <a:pt x="0" y="2343441"/>
                </a:cubicBezTo>
                <a:lnTo>
                  <a:pt x="0" y="113949"/>
                </a:lnTo>
                <a:cubicBezTo>
                  <a:pt x="0" y="51059"/>
                  <a:pt x="51059" y="0"/>
                  <a:pt x="1139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56972" dist="3798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6315105" y="4176048"/>
            <a:ext cx="170916" cy="170916"/>
          </a:xfrm>
          <a:custGeom>
            <a:avLst/>
            <a:gdLst/>
            <a:ahLst/>
            <a:cxnLst/>
            <a:rect l="l" t="t" r="r" b="b"/>
            <a:pathLst>
              <a:path w="170916" h="170916">
                <a:moveTo>
                  <a:pt x="21364" y="21364"/>
                </a:moveTo>
                <a:cubicBezTo>
                  <a:pt x="21364" y="15456"/>
                  <a:pt x="16591" y="10682"/>
                  <a:pt x="10682" y="10682"/>
                </a:cubicBezTo>
                <a:cubicBezTo>
                  <a:pt x="4774" y="10682"/>
                  <a:pt x="0" y="15456"/>
                  <a:pt x="0" y="21364"/>
                </a:cubicBezTo>
                <a:lnTo>
                  <a:pt x="0" y="133528"/>
                </a:lnTo>
                <a:cubicBezTo>
                  <a:pt x="0" y="148283"/>
                  <a:pt x="11951" y="160234"/>
                  <a:pt x="26706" y="160234"/>
                </a:cubicBezTo>
                <a:lnTo>
                  <a:pt x="160234" y="160234"/>
                </a:lnTo>
                <a:cubicBezTo>
                  <a:pt x="166142" y="160234"/>
                  <a:pt x="170916" y="155460"/>
                  <a:pt x="170916" y="149551"/>
                </a:cubicBezTo>
                <a:cubicBezTo>
                  <a:pt x="170916" y="143643"/>
                  <a:pt x="166142" y="138869"/>
                  <a:pt x="160234" y="138869"/>
                </a:cubicBezTo>
                <a:lnTo>
                  <a:pt x="26706" y="138869"/>
                </a:lnTo>
                <a:cubicBezTo>
                  <a:pt x="23768" y="138869"/>
                  <a:pt x="21364" y="136466"/>
                  <a:pt x="21364" y="133528"/>
                </a:cubicBezTo>
                <a:lnTo>
                  <a:pt x="21364" y="21364"/>
                </a:lnTo>
                <a:close/>
                <a:moveTo>
                  <a:pt x="157096" y="50273"/>
                </a:moveTo>
                <a:cubicBezTo>
                  <a:pt x="161268" y="46101"/>
                  <a:pt x="161268" y="39324"/>
                  <a:pt x="157096" y="35151"/>
                </a:cubicBezTo>
                <a:cubicBezTo>
                  <a:pt x="152923" y="30979"/>
                  <a:pt x="146146" y="30979"/>
                  <a:pt x="141974" y="35151"/>
                </a:cubicBezTo>
                <a:lnTo>
                  <a:pt x="106822" y="70336"/>
                </a:lnTo>
                <a:lnTo>
                  <a:pt x="87661" y="51208"/>
                </a:lnTo>
                <a:cubicBezTo>
                  <a:pt x="83488" y="47035"/>
                  <a:pt x="76712" y="47035"/>
                  <a:pt x="72539" y="51208"/>
                </a:cubicBezTo>
                <a:lnTo>
                  <a:pt x="40492" y="83255"/>
                </a:lnTo>
                <a:cubicBezTo>
                  <a:pt x="36320" y="87427"/>
                  <a:pt x="36320" y="94204"/>
                  <a:pt x="40492" y="98377"/>
                </a:cubicBezTo>
                <a:cubicBezTo>
                  <a:pt x="44665" y="102550"/>
                  <a:pt x="51442" y="102550"/>
                  <a:pt x="55614" y="98377"/>
                </a:cubicBezTo>
                <a:lnTo>
                  <a:pt x="80117" y="73874"/>
                </a:lnTo>
                <a:lnTo>
                  <a:pt x="99278" y="93036"/>
                </a:lnTo>
                <a:cubicBezTo>
                  <a:pt x="103451" y="97208"/>
                  <a:pt x="110227" y="97208"/>
                  <a:pt x="114400" y="93036"/>
                </a:cubicBezTo>
                <a:lnTo>
                  <a:pt x="157129" y="50307"/>
                </a:ln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509759" y="4128571"/>
            <a:ext cx="5260411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Lighthouse 性能实测</a:t>
            </a:r>
            <a:endParaRPr lang="en-US" sz="16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366" y="4470403"/>
          <a:ext cx="5393345" cy="1405308"/>
        </p:xfrm>
        <a:graphic>
          <a:graphicData uri="http://schemas.openxmlformats.org/drawingml/2006/table">
            <a:tbl>
              <a:tblPr/>
              <a:tblGrid>
                <a:gridCol w="276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218">
                <a:tc>
                  <a:txBody>
                    <a:bodyPr/>
                    <a:lstStyle/>
                    <a:p>
                      <a:pPr algn="l"/>
                      <a:r>
                        <a:rPr lang="en-US" sz="950" b="1" u="none" dirty="0">
                          <a:solidFill>
                            <a:srgbClr val="0E1F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页面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1" u="none" dirty="0">
                          <a:solidFill>
                            <a:srgbClr val="0E1F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Perf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1" u="none" dirty="0">
                          <a:solidFill>
                            <a:srgbClr val="0E1F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FCP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1" u="none" dirty="0">
                          <a:solidFill>
                            <a:srgbClr val="0E1F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LCP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218">
                <a:tc>
                  <a:txBody>
                    <a:bodyPr/>
                    <a:lstStyle/>
                    <a:p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工作台(商户)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1.1s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218">
                <a:tc>
                  <a:txBody>
                    <a:bodyPr/>
                    <a:lstStyle/>
                    <a:p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我的酒店(商户)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98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218">
                <a:tc>
                  <a:txBody>
                    <a:bodyPr/>
                    <a:lstStyle/>
                    <a:p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订单统计(商户)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94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1.5s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218">
                <a:tc>
                  <a:txBody>
                    <a:bodyPr/>
                    <a:lstStyle/>
                    <a:p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酒店审核(管理员)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218">
                <a:tc>
                  <a:txBody>
                    <a:bodyPr/>
                    <a:lstStyle/>
                    <a:p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申请审核(管理员)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u="none" dirty="0">
                          <a:solidFill>
                            <a:srgbClr val="5B6B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7981" marR="37981" marT="37981" marB="379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" name="Shape 54"/>
          <p:cNvSpPr/>
          <p:nvPr/>
        </p:nvSpPr>
        <p:spPr>
          <a:xfrm>
            <a:off x="6291366" y="6088526"/>
            <a:ext cx="5393346" cy="265869"/>
          </a:xfrm>
          <a:custGeom>
            <a:avLst/>
            <a:gdLst/>
            <a:ahLst/>
            <a:cxnLst/>
            <a:rect l="l" t="t" r="r" b="b"/>
            <a:pathLst>
              <a:path w="5393346" h="265869">
                <a:moveTo>
                  <a:pt x="75961" y="0"/>
                </a:moveTo>
                <a:lnTo>
                  <a:pt x="5317384" y="0"/>
                </a:lnTo>
                <a:cubicBezTo>
                  <a:pt x="5359337" y="0"/>
                  <a:pt x="5393346" y="34009"/>
                  <a:pt x="5393346" y="75961"/>
                </a:cubicBezTo>
                <a:lnTo>
                  <a:pt x="5393346" y="189908"/>
                </a:lnTo>
                <a:cubicBezTo>
                  <a:pt x="5393346" y="231860"/>
                  <a:pt x="5359337" y="265869"/>
                  <a:pt x="5317384" y="265869"/>
                </a:cubicBezTo>
                <a:lnTo>
                  <a:pt x="75961" y="265869"/>
                </a:lnTo>
                <a:cubicBezTo>
                  <a:pt x="34037" y="265869"/>
                  <a:pt x="0" y="231832"/>
                  <a:pt x="0" y="189908"/>
                </a:cubicBezTo>
                <a:lnTo>
                  <a:pt x="0" y="75961"/>
                </a:lnTo>
                <a:cubicBezTo>
                  <a:pt x="0" y="34037"/>
                  <a:pt x="34037" y="0"/>
                  <a:pt x="75961" y="0"/>
                </a:cubicBezTo>
                <a:close/>
              </a:path>
            </a:pathLst>
          </a:custGeom>
          <a:solidFill>
            <a:srgbClr val="1677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5"/>
          <p:cNvSpPr/>
          <p:nvPr/>
        </p:nvSpPr>
        <p:spPr>
          <a:xfrm>
            <a:off x="6362581" y="6145498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49850" y="35607"/>
                </a:moveTo>
                <a:cubicBezTo>
                  <a:pt x="49850" y="31677"/>
                  <a:pt x="53042" y="28486"/>
                  <a:pt x="56972" y="28486"/>
                </a:cubicBezTo>
                <a:cubicBezTo>
                  <a:pt x="60902" y="28486"/>
                  <a:pt x="64093" y="31677"/>
                  <a:pt x="64093" y="35607"/>
                </a:cubicBezTo>
                <a:cubicBezTo>
                  <a:pt x="64093" y="39538"/>
                  <a:pt x="60902" y="42729"/>
                  <a:pt x="56972" y="42729"/>
                </a:cubicBezTo>
                <a:cubicBezTo>
                  <a:pt x="53042" y="42729"/>
                  <a:pt x="49850" y="39538"/>
                  <a:pt x="49850" y="35607"/>
                </a:cubicBezTo>
                <a:close/>
                <a:moveTo>
                  <a:pt x="48070" y="49850"/>
                </a:moveTo>
                <a:lnTo>
                  <a:pt x="58752" y="49850"/>
                </a:lnTo>
                <a:cubicBezTo>
                  <a:pt x="61712" y="49850"/>
                  <a:pt x="64093" y="52232"/>
                  <a:pt x="64093" y="55192"/>
                </a:cubicBezTo>
                <a:lnTo>
                  <a:pt x="64093" y="74776"/>
                </a:lnTo>
                <a:lnTo>
                  <a:pt x="65874" y="74776"/>
                </a:lnTo>
                <a:cubicBezTo>
                  <a:pt x="68834" y="74776"/>
                  <a:pt x="71215" y="77157"/>
                  <a:pt x="71215" y="80117"/>
                </a:cubicBezTo>
                <a:cubicBezTo>
                  <a:pt x="71215" y="83077"/>
                  <a:pt x="68834" y="85458"/>
                  <a:pt x="65874" y="85458"/>
                </a:cubicBezTo>
                <a:lnTo>
                  <a:pt x="48070" y="85458"/>
                </a:lnTo>
                <a:cubicBezTo>
                  <a:pt x="45110" y="85458"/>
                  <a:pt x="42729" y="83077"/>
                  <a:pt x="42729" y="80117"/>
                </a:cubicBezTo>
                <a:cubicBezTo>
                  <a:pt x="42729" y="77157"/>
                  <a:pt x="45110" y="74776"/>
                  <a:pt x="48070" y="74776"/>
                </a:cubicBezTo>
                <a:lnTo>
                  <a:pt x="53411" y="74776"/>
                </a:lnTo>
                <a:lnTo>
                  <a:pt x="53411" y="60533"/>
                </a:lnTo>
                <a:lnTo>
                  <a:pt x="48070" y="60533"/>
                </a:lnTo>
                <a:cubicBezTo>
                  <a:pt x="45110" y="60533"/>
                  <a:pt x="42729" y="58151"/>
                  <a:pt x="42729" y="55192"/>
                </a:cubicBezTo>
                <a:cubicBezTo>
                  <a:pt x="42729" y="52232"/>
                  <a:pt x="45110" y="49850"/>
                  <a:pt x="48070" y="4985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56"/>
          <p:cNvSpPr/>
          <p:nvPr/>
        </p:nvSpPr>
        <p:spPr>
          <a:xfrm>
            <a:off x="6519166" y="6145498"/>
            <a:ext cx="5165547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167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所有页面 Performance 评分均达到 94-99 分</a:t>
            </a:r>
            <a:endParaRPr lang="en-US" sz="1600" dirty="0"/>
          </a:p>
        </p:txBody>
      </p:sp>
      <p:sp>
        <p:nvSpPr>
          <p:cNvPr id="61" name="C4_61"/>
          <p:cNvSpPr/>
          <p:nvPr/>
        </p:nvSpPr>
        <p:spPr>
          <a:xfrm>
            <a:off x="9056519" y="1709159"/>
            <a:ext cx="2755905" cy="2183925"/>
          </a:xfrm>
          <a:custGeom>
            <a:avLst/>
            <a:gdLst/>
            <a:ahLst/>
            <a:cxnLst/>
            <a:rect l="l" t="t" r="r" b="b"/>
            <a:pathLst>
              <a:path w="3693682" h="2183925">
                <a:moveTo>
                  <a:pt x="37981" y="0"/>
                </a:moveTo>
                <a:lnTo>
                  <a:pt x="3579747" y="0"/>
                </a:lnTo>
                <a:cubicBezTo>
                  <a:pt x="3642672" y="0"/>
                  <a:pt x="3693682" y="51011"/>
                  <a:pt x="3693682" y="113935"/>
                </a:cubicBezTo>
                <a:lnTo>
                  <a:pt x="3693682" y="2069990"/>
                </a:lnTo>
                <a:cubicBezTo>
                  <a:pt x="3693682" y="2132915"/>
                  <a:pt x="3642672" y="2183925"/>
                  <a:pt x="3579747" y="2183925"/>
                </a:cubicBezTo>
                <a:lnTo>
                  <a:pt x="37981" y="2183925"/>
                </a:lnTo>
                <a:cubicBezTo>
                  <a:pt x="17005" y="2183925"/>
                  <a:pt x="0" y="2166920"/>
                  <a:pt x="0" y="214594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972" dist="3798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" name="C4_62"/>
          <p:cNvSpPr/>
          <p:nvPr/>
        </p:nvSpPr>
        <p:spPr>
          <a:xfrm>
            <a:off x="9056519" y="1709159"/>
            <a:ext cx="37981" cy="2183925"/>
          </a:xfrm>
          <a:custGeom>
            <a:avLst/>
            <a:gdLst/>
            <a:ahLst/>
            <a:cxnLst/>
            <a:rect l="l" t="t" r="r" b="b"/>
            <a:pathLst>
              <a:path w="37981" h="2183925">
                <a:moveTo>
                  <a:pt x="37981" y="0"/>
                </a:moveTo>
                <a:lnTo>
                  <a:pt x="37981" y="0"/>
                </a:lnTo>
                <a:lnTo>
                  <a:pt x="37981" y="2183925"/>
                </a:lnTo>
                <a:lnTo>
                  <a:pt x="37981" y="2183925"/>
                </a:lnTo>
                <a:cubicBezTo>
                  <a:pt x="17005" y="2183925"/>
                  <a:pt x="0" y="2166920"/>
                  <a:pt x="0" y="214594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C4_63"/>
          <p:cNvSpPr/>
          <p:nvPr/>
        </p:nvSpPr>
        <p:spPr>
          <a:xfrm>
            <a:off x="9155703" y="1823103"/>
            <a:ext cx="226706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75963" y="0"/>
                </a:moveTo>
                <a:lnTo>
                  <a:pt x="227888" y="0"/>
                </a:lnTo>
                <a:cubicBezTo>
                  <a:pt x="269813" y="0"/>
                  <a:pt x="303850" y="34038"/>
                  <a:pt x="303850" y="75963"/>
                </a:cubicBezTo>
                <a:lnTo>
                  <a:pt x="303850" y="227888"/>
                </a:lnTo>
                <a:cubicBezTo>
                  <a:pt x="303850" y="269813"/>
                  <a:pt x="269813" y="303850"/>
                  <a:pt x="227888" y="303850"/>
                </a:cubicBezTo>
                <a:lnTo>
                  <a:pt x="75963" y="303850"/>
                </a:lnTo>
                <a:cubicBezTo>
                  <a:pt x="34038" y="303850"/>
                  <a:pt x="0" y="269813"/>
                  <a:pt x="0" y="227888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1677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4" name="C4_64"/>
          <p:cNvSpPr/>
          <p:nvPr/>
        </p:nvSpPr>
        <p:spPr>
          <a:xfrm>
            <a:off x="9221236" y="1908561"/>
            <a:ext cx="132935" cy="132935"/>
          </a:xfrm>
          <a:custGeom>
            <a:avLst/>
            <a:gdLst/>
            <a:ahLst/>
            <a:cxnLst/>
            <a:rect l="l" t="t" r="r" b="b"/>
            <a:pathLst>
              <a:path w="132935" h="132935">
                <a:moveTo>
                  <a:pt x="123406" y="26"/>
                </a:moveTo>
                <a:cubicBezTo>
                  <a:pt x="125976" y="-182"/>
                  <a:pt x="128495" y="805"/>
                  <a:pt x="130312" y="2622"/>
                </a:cubicBezTo>
                <a:cubicBezTo>
                  <a:pt x="132130" y="4440"/>
                  <a:pt x="133116" y="6958"/>
                  <a:pt x="132909" y="9529"/>
                </a:cubicBezTo>
                <a:cubicBezTo>
                  <a:pt x="131870" y="22329"/>
                  <a:pt x="128391" y="42295"/>
                  <a:pt x="120887" y="61378"/>
                </a:cubicBezTo>
                <a:cubicBezTo>
                  <a:pt x="120420" y="62547"/>
                  <a:pt x="119459" y="63430"/>
                  <a:pt x="118239" y="63793"/>
                </a:cubicBezTo>
                <a:lnTo>
                  <a:pt x="97234" y="70102"/>
                </a:lnTo>
                <a:cubicBezTo>
                  <a:pt x="96222" y="70414"/>
                  <a:pt x="95547" y="71323"/>
                  <a:pt x="95547" y="72387"/>
                </a:cubicBezTo>
                <a:cubicBezTo>
                  <a:pt x="95547" y="73711"/>
                  <a:pt x="96611" y="74776"/>
                  <a:pt x="97935" y="74776"/>
                </a:cubicBezTo>
                <a:lnTo>
                  <a:pt x="107957" y="74776"/>
                </a:lnTo>
                <a:cubicBezTo>
                  <a:pt x="111073" y="74776"/>
                  <a:pt x="113072" y="78099"/>
                  <a:pt x="111463" y="80773"/>
                </a:cubicBezTo>
                <a:cubicBezTo>
                  <a:pt x="110424" y="82513"/>
                  <a:pt x="109308" y="84201"/>
                  <a:pt x="108165" y="85862"/>
                </a:cubicBezTo>
                <a:cubicBezTo>
                  <a:pt x="107646" y="86615"/>
                  <a:pt x="106867" y="87160"/>
                  <a:pt x="105984" y="87446"/>
                </a:cubicBezTo>
                <a:lnTo>
                  <a:pt x="80618" y="95027"/>
                </a:lnTo>
                <a:cubicBezTo>
                  <a:pt x="79605" y="95339"/>
                  <a:pt x="78930" y="96248"/>
                  <a:pt x="78930" y="97312"/>
                </a:cubicBezTo>
                <a:cubicBezTo>
                  <a:pt x="78930" y="98636"/>
                  <a:pt x="79994" y="99701"/>
                  <a:pt x="81319" y="99701"/>
                </a:cubicBezTo>
                <a:lnTo>
                  <a:pt x="85473" y="99701"/>
                </a:lnTo>
                <a:cubicBezTo>
                  <a:pt x="89263" y="99701"/>
                  <a:pt x="90925" y="104219"/>
                  <a:pt x="87758" y="106296"/>
                </a:cubicBezTo>
                <a:cubicBezTo>
                  <a:pt x="70102" y="117979"/>
                  <a:pt x="52005" y="117538"/>
                  <a:pt x="40400" y="114422"/>
                </a:cubicBezTo>
                <a:cubicBezTo>
                  <a:pt x="37102" y="113540"/>
                  <a:pt x="34168" y="111852"/>
                  <a:pt x="31468" y="109775"/>
                </a:cubicBezTo>
                <a:lnTo>
                  <a:pt x="12463" y="128780"/>
                </a:lnTo>
                <a:cubicBezTo>
                  <a:pt x="10178" y="131065"/>
                  <a:pt x="6439" y="131065"/>
                  <a:pt x="4154" y="128780"/>
                </a:cubicBezTo>
                <a:cubicBezTo>
                  <a:pt x="1869" y="126496"/>
                  <a:pt x="1869" y="122757"/>
                  <a:pt x="4154" y="120472"/>
                </a:cubicBezTo>
                <a:lnTo>
                  <a:pt x="24925" y="99701"/>
                </a:lnTo>
                <a:lnTo>
                  <a:pt x="25055" y="99831"/>
                </a:lnTo>
                <a:cubicBezTo>
                  <a:pt x="25237" y="99493"/>
                  <a:pt x="25470" y="99182"/>
                  <a:pt x="25756" y="98896"/>
                </a:cubicBezTo>
                <a:lnTo>
                  <a:pt x="66467" y="58159"/>
                </a:lnTo>
                <a:cubicBezTo>
                  <a:pt x="68752" y="55874"/>
                  <a:pt x="68752" y="52135"/>
                  <a:pt x="66467" y="49850"/>
                </a:cubicBezTo>
                <a:cubicBezTo>
                  <a:pt x="64182" y="47566"/>
                  <a:pt x="60444" y="47566"/>
                  <a:pt x="58159" y="49850"/>
                </a:cubicBezTo>
                <a:lnTo>
                  <a:pt x="23290" y="84694"/>
                </a:lnTo>
                <a:cubicBezTo>
                  <a:pt x="20979" y="87005"/>
                  <a:pt x="17058" y="85836"/>
                  <a:pt x="16799" y="82565"/>
                </a:cubicBezTo>
                <a:cubicBezTo>
                  <a:pt x="15682" y="68752"/>
                  <a:pt x="19213" y="50603"/>
                  <a:pt x="35648" y="34168"/>
                </a:cubicBezTo>
                <a:cubicBezTo>
                  <a:pt x="59301" y="10515"/>
                  <a:pt x="101648" y="1792"/>
                  <a:pt x="123380" y="2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C4_65"/>
          <p:cNvSpPr/>
          <p:nvPr/>
        </p:nvSpPr>
        <p:spPr>
          <a:xfrm>
            <a:off x="9439087" y="1842093"/>
            <a:ext cx="1620210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国际化按需加载</a:t>
            </a:r>
            <a:endParaRPr lang="en-US" sz="1600" dirty="0"/>
          </a:p>
        </p:txBody>
      </p:sp>
      <p:sp>
        <p:nvSpPr>
          <p:cNvPr id="66" name="C4_66"/>
          <p:cNvSpPr/>
          <p:nvPr/>
        </p:nvSpPr>
        <p:spPr>
          <a:xfrm>
            <a:off x="9155703" y="2202916"/>
            <a:ext cx="262129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解决词典随首屏全量打包</a:t>
            </a:r>
            <a:endParaRPr lang="en-US" sz="1600" dirty="0"/>
          </a:p>
        </p:txBody>
      </p:sp>
      <p:sp>
        <p:nvSpPr>
          <p:cNvPr id="67" name="C4_67"/>
          <p:cNvSpPr/>
          <p:nvPr/>
        </p:nvSpPr>
        <p:spPr>
          <a:xfrm>
            <a:off x="9155703" y="2468785"/>
            <a:ext cx="2571706" cy="455776"/>
          </a:xfrm>
          <a:custGeom>
            <a:avLst/>
            <a:gdLst/>
            <a:ahLst/>
            <a:cxnLst/>
            <a:rect l="l" t="t" r="r" b="b"/>
            <a:pathLst>
              <a:path w="3446804" h="455776">
                <a:moveTo>
                  <a:pt x="75964" y="0"/>
                </a:moveTo>
                <a:lnTo>
                  <a:pt x="3370840" y="0"/>
                </a:lnTo>
                <a:cubicBezTo>
                  <a:pt x="3412793" y="0"/>
                  <a:pt x="3446804" y="34010"/>
                  <a:pt x="3446804" y="75964"/>
                </a:cubicBezTo>
                <a:lnTo>
                  <a:pt x="3446804" y="379812"/>
                </a:lnTo>
                <a:cubicBezTo>
                  <a:pt x="3446804" y="421765"/>
                  <a:pt x="3412793" y="455776"/>
                  <a:pt x="3370840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C4_68"/>
          <p:cNvSpPr/>
          <p:nvPr/>
        </p:nvSpPr>
        <p:spPr>
          <a:xfrm>
            <a:off x="9198211" y="2525757"/>
            <a:ext cx="25362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namespace 拆分</a:t>
            </a:r>
            <a:endParaRPr lang="en-US" sz="1600" dirty="0"/>
          </a:p>
        </p:txBody>
      </p:sp>
      <p:sp>
        <p:nvSpPr>
          <p:cNvPr id="69" name="C4_69"/>
          <p:cNvSpPr/>
          <p:nvPr/>
        </p:nvSpPr>
        <p:spPr>
          <a:xfrm>
            <a:off x="9198211" y="2715664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个业务域文件</a:t>
            </a:r>
            <a:endParaRPr lang="en-US" sz="1600" dirty="0"/>
          </a:p>
        </p:txBody>
      </p:sp>
      <p:sp>
        <p:nvSpPr>
          <p:cNvPr id="70" name="C4_70"/>
          <p:cNvSpPr/>
          <p:nvPr/>
        </p:nvSpPr>
        <p:spPr>
          <a:xfrm>
            <a:off x="9155703" y="2962426"/>
            <a:ext cx="2571706" cy="455776"/>
          </a:xfrm>
          <a:custGeom>
            <a:avLst/>
            <a:gdLst/>
            <a:ahLst/>
            <a:cxnLst/>
            <a:rect l="l" t="t" r="r" b="b"/>
            <a:pathLst>
              <a:path w="3446804" h="455776">
                <a:moveTo>
                  <a:pt x="75964" y="0"/>
                </a:moveTo>
                <a:lnTo>
                  <a:pt x="3370840" y="0"/>
                </a:lnTo>
                <a:cubicBezTo>
                  <a:pt x="3412793" y="0"/>
                  <a:pt x="3446804" y="34010"/>
                  <a:pt x="3446804" y="75964"/>
                </a:cubicBezTo>
                <a:lnTo>
                  <a:pt x="3446804" y="379812"/>
                </a:lnTo>
                <a:cubicBezTo>
                  <a:pt x="3446804" y="421765"/>
                  <a:pt x="3412793" y="455776"/>
                  <a:pt x="3370840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C4_71"/>
          <p:cNvSpPr/>
          <p:nvPr/>
        </p:nvSpPr>
        <p:spPr>
          <a:xfrm>
            <a:off x="9198211" y="3019398"/>
            <a:ext cx="25362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路由级懒加载</a:t>
            </a:r>
            <a:endParaRPr lang="en-US" sz="1600" dirty="0"/>
          </a:p>
        </p:txBody>
      </p:sp>
      <p:sp>
        <p:nvSpPr>
          <p:cNvPr id="72" name="C4_72"/>
          <p:cNvSpPr/>
          <p:nvPr/>
        </p:nvSpPr>
        <p:spPr>
          <a:xfrm>
            <a:off x="9198211" y="3209305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页面进入时 import()</a:t>
            </a:r>
            <a:endParaRPr lang="en-US" sz="1600" dirty="0"/>
          </a:p>
        </p:txBody>
      </p:sp>
      <p:sp>
        <p:nvSpPr>
          <p:cNvPr id="73" name="C4_73"/>
          <p:cNvSpPr/>
          <p:nvPr/>
        </p:nvSpPr>
        <p:spPr>
          <a:xfrm>
            <a:off x="9155703" y="3513392"/>
            <a:ext cx="2571706" cy="265869"/>
          </a:xfrm>
          <a:custGeom>
            <a:avLst/>
            <a:gdLst/>
            <a:ahLst/>
            <a:cxnLst/>
            <a:rect l="l" t="t" r="r" b="b"/>
            <a:pathLst>
              <a:path w="3446804" h="265869">
                <a:moveTo>
                  <a:pt x="75961" y="0"/>
                </a:moveTo>
                <a:lnTo>
                  <a:pt x="3370842" y="0"/>
                </a:lnTo>
                <a:cubicBezTo>
                  <a:pt x="3412795" y="0"/>
                  <a:pt x="3446804" y="34009"/>
                  <a:pt x="3446804" y="75961"/>
                </a:cubicBezTo>
                <a:lnTo>
                  <a:pt x="3446804" y="189908"/>
                </a:lnTo>
                <a:cubicBezTo>
                  <a:pt x="3446804" y="231860"/>
                  <a:pt x="3412795" y="265869"/>
                  <a:pt x="3370842" y="265869"/>
                </a:cubicBezTo>
                <a:lnTo>
                  <a:pt x="75961" y="265869"/>
                </a:lnTo>
                <a:cubicBezTo>
                  <a:pt x="34037" y="265869"/>
                  <a:pt x="0" y="231832"/>
                  <a:pt x="0" y="189908"/>
                </a:cubicBezTo>
                <a:lnTo>
                  <a:pt x="0" y="75961"/>
                </a:lnTo>
                <a:cubicBezTo>
                  <a:pt x="0" y="34037"/>
                  <a:pt x="34037" y="0"/>
                  <a:pt x="75961" y="0"/>
                </a:cubicBezTo>
                <a:close/>
              </a:path>
            </a:pathLst>
          </a:custGeom>
          <a:solidFill>
            <a:srgbClr val="39A9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C4_74"/>
          <p:cNvSpPr/>
          <p:nvPr/>
        </p:nvSpPr>
        <p:spPr>
          <a:xfrm>
            <a:off x="9198211" y="3570364"/>
            <a:ext cx="2529198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39A9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 门禁: i18n:check</a:t>
            </a:r>
            <a:endParaRPr lang="en-US" sz="1600" dirty="0"/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1BFCC523-F0E3-ECE4-0F94-602CFB65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129" y="4007028"/>
            <a:ext cx="4486549" cy="2497483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28571074-E152-5CE7-3BD1-6C957FF6E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999" y="4007028"/>
            <a:ext cx="3950056" cy="246878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285750"/>
                </a:lnTo>
                <a:cubicBezTo>
                  <a:pt x="63500" y="303273"/>
                  <a:pt x="49273" y="317500"/>
                  <a:pt x="31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6250" y="317500"/>
            <a:ext cx="4262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管理端技术实现: 页面与组件复用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698500"/>
            <a:ext cx="1146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COMPONENT REUSABILITY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47750"/>
            <a:ext cx="11557000" cy="492125"/>
          </a:xfrm>
          <a:custGeom>
            <a:avLst/>
            <a:gdLst/>
            <a:ahLst/>
            <a:cxnLst/>
            <a:rect l="l" t="t" r="r" b="b"/>
            <a:pathLst>
              <a:path w="11557000" h="492125">
                <a:moveTo>
                  <a:pt x="95251" y="0"/>
                </a:moveTo>
                <a:lnTo>
                  <a:pt x="11461749" y="0"/>
                </a:lnTo>
                <a:cubicBezTo>
                  <a:pt x="11514355" y="0"/>
                  <a:pt x="11557000" y="42645"/>
                  <a:pt x="11557000" y="95251"/>
                </a:cubicBezTo>
                <a:lnTo>
                  <a:pt x="11557000" y="396874"/>
                </a:lnTo>
                <a:cubicBezTo>
                  <a:pt x="11557000" y="449480"/>
                  <a:pt x="11514355" y="492125"/>
                  <a:pt x="11461749" y="492125"/>
                </a:cubicBezTo>
                <a:lnTo>
                  <a:pt x="95251" y="492125"/>
                </a:lnTo>
                <a:cubicBezTo>
                  <a:pt x="42645" y="492125"/>
                  <a:pt x="0" y="449480"/>
                  <a:pt x="0" y="396874"/>
                </a:cubicBezTo>
                <a:lnTo>
                  <a:pt x="0" y="95251"/>
                </a:lnTo>
                <a:cubicBezTo>
                  <a:pt x="0" y="42680"/>
                  <a:pt x="42680" y="0"/>
                  <a:pt x="9525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76250" y="117475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70833" y="27905"/>
                </a:moveTo>
                <a:cubicBezTo>
                  <a:pt x="92320" y="-9302"/>
                  <a:pt x="146038" y="-9302"/>
                  <a:pt x="167525" y="27905"/>
                </a:cubicBezTo>
                <a:lnTo>
                  <a:pt x="184872" y="57950"/>
                </a:lnTo>
                <a:lnTo>
                  <a:pt x="197755" y="50509"/>
                </a:lnTo>
                <a:cubicBezTo>
                  <a:pt x="201662" y="48230"/>
                  <a:pt x="206546" y="48555"/>
                  <a:pt x="210127" y="51299"/>
                </a:cubicBezTo>
                <a:cubicBezTo>
                  <a:pt x="213708" y="54043"/>
                  <a:pt x="215289" y="58694"/>
                  <a:pt x="214126" y="63066"/>
                </a:cubicBezTo>
                <a:lnTo>
                  <a:pt x="203197" y="103715"/>
                </a:lnTo>
                <a:cubicBezTo>
                  <a:pt x="201616" y="109668"/>
                  <a:pt x="195476" y="113202"/>
                  <a:pt x="189523" y="111621"/>
                </a:cubicBezTo>
                <a:lnTo>
                  <a:pt x="148875" y="100738"/>
                </a:lnTo>
                <a:cubicBezTo>
                  <a:pt x="144503" y="99575"/>
                  <a:pt x="141294" y="95901"/>
                  <a:pt x="140689" y="91436"/>
                </a:cubicBezTo>
                <a:cubicBezTo>
                  <a:pt x="140084" y="86971"/>
                  <a:pt x="142270" y="82553"/>
                  <a:pt x="146177" y="80321"/>
                </a:cubicBezTo>
                <a:lnTo>
                  <a:pt x="159060" y="72879"/>
                </a:lnTo>
                <a:lnTo>
                  <a:pt x="141712" y="42835"/>
                </a:lnTo>
                <a:cubicBezTo>
                  <a:pt x="131666" y="25487"/>
                  <a:pt x="106645" y="25487"/>
                  <a:pt x="96599" y="42835"/>
                </a:cubicBezTo>
                <a:lnTo>
                  <a:pt x="94134" y="47067"/>
                </a:lnTo>
                <a:cubicBezTo>
                  <a:pt x="90041" y="54183"/>
                  <a:pt x="80925" y="56601"/>
                  <a:pt x="73809" y="52508"/>
                </a:cubicBezTo>
                <a:cubicBezTo>
                  <a:pt x="66694" y="48416"/>
                  <a:pt x="64275" y="39300"/>
                  <a:pt x="68368" y="32138"/>
                </a:cubicBezTo>
                <a:lnTo>
                  <a:pt x="70833" y="27905"/>
                </a:lnTo>
                <a:close/>
                <a:moveTo>
                  <a:pt x="209150" y="129806"/>
                </a:moveTo>
                <a:cubicBezTo>
                  <a:pt x="216266" y="125713"/>
                  <a:pt x="225382" y="128132"/>
                  <a:pt x="229474" y="135248"/>
                </a:cubicBezTo>
                <a:lnTo>
                  <a:pt x="231939" y="139480"/>
                </a:lnTo>
                <a:cubicBezTo>
                  <a:pt x="253426" y="176687"/>
                  <a:pt x="226591" y="223196"/>
                  <a:pt x="183617" y="223196"/>
                </a:cubicBezTo>
                <a:lnTo>
                  <a:pt x="148921" y="223196"/>
                </a:lnTo>
                <a:lnTo>
                  <a:pt x="148921" y="238078"/>
                </a:lnTo>
                <a:cubicBezTo>
                  <a:pt x="148921" y="242590"/>
                  <a:pt x="146224" y="246683"/>
                  <a:pt x="142038" y="248403"/>
                </a:cubicBezTo>
                <a:cubicBezTo>
                  <a:pt x="137852" y="250124"/>
                  <a:pt x="133062" y="249194"/>
                  <a:pt x="129853" y="245985"/>
                </a:cubicBezTo>
                <a:lnTo>
                  <a:pt x="100087" y="216219"/>
                </a:lnTo>
                <a:cubicBezTo>
                  <a:pt x="95715" y="211848"/>
                  <a:pt x="95715" y="204778"/>
                  <a:pt x="100087" y="200453"/>
                </a:cubicBezTo>
                <a:lnTo>
                  <a:pt x="129853" y="170687"/>
                </a:lnTo>
                <a:cubicBezTo>
                  <a:pt x="133062" y="167478"/>
                  <a:pt x="137852" y="166548"/>
                  <a:pt x="142038" y="168269"/>
                </a:cubicBezTo>
                <a:cubicBezTo>
                  <a:pt x="146224" y="169990"/>
                  <a:pt x="148921" y="174082"/>
                  <a:pt x="148921" y="178594"/>
                </a:cubicBezTo>
                <a:lnTo>
                  <a:pt x="148921" y="193477"/>
                </a:lnTo>
                <a:lnTo>
                  <a:pt x="183617" y="193477"/>
                </a:lnTo>
                <a:cubicBezTo>
                  <a:pt x="203662" y="193477"/>
                  <a:pt x="216219" y="171757"/>
                  <a:pt x="206173" y="154409"/>
                </a:cubicBezTo>
                <a:lnTo>
                  <a:pt x="203708" y="150177"/>
                </a:lnTo>
                <a:cubicBezTo>
                  <a:pt x="199616" y="143061"/>
                  <a:pt x="202034" y="133945"/>
                  <a:pt x="209150" y="129853"/>
                </a:cubicBezTo>
                <a:close/>
                <a:moveTo>
                  <a:pt x="23719" y="109482"/>
                </a:moveTo>
                <a:lnTo>
                  <a:pt x="10837" y="102040"/>
                </a:lnTo>
                <a:cubicBezTo>
                  <a:pt x="6930" y="99761"/>
                  <a:pt x="4744" y="95390"/>
                  <a:pt x="5349" y="90925"/>
                </a:cubicBezTo>
                <a:cubicBezTo>
                  <a:pt x="5953" y="86460"/>
                  <a:pt x="9162" y="82786"/>
                  <a:pt x="13534" y="81623"/>
                </a:cubicBezTo>
                <a:lnTo>
                  <a:pt x="54183" y="70693"/>
                </a:lnTo>
                <a:cubicBezTo>
                  <a:pt x="60136" y="69112"/>
                  <a:pt x="66275" y="72647"/>
                  <a:pt x="67856" y="78600"/>
                </a:cubicBezTo>
                <a:lnTo>
                  <a:pt x="78739" y="119249"/>
                </a:lnTo>
                <a:cubicBezTo>
                  <a:pt x="79902" y="123620"/>
                  <a:pt x="78321" y="128225"/>
                  <a:pt x="74740" y="131015"/>
                </a:cubicBezTo>
                <a:cubicBezTo>
                  <a:pt x="71158" y="133806"/>
                  <a:pt x="66275" y="134085"/>
                  <a:pt x="62368" y="131806"/>
                </a:cubicBezTo>
                <a:lnTo>
                  <a:pt x="49485" y="124365"/>
                </a:lnTo>
                <a:lnTo>
                  <a:pt x="32138" y="154409"/>
                </a:lnTo>
                <a:cubicBezTo>
                  <a:pt x="22092" y="171757"/>
                  <a:pt x="34649" y="193477"/>
                  <a:pt x="54694" y="193477"/>
                </a:cubicBezTo>
                <a:lnTo>
                  <a:pt x="59624" y="193477"/>
                </a:lnTo>
                <a:cubicBezTo>
                  <a:pt x="67856" y="193477"/>
                  <a:pt x="74507" y="200127"/>
                  <a:pt x="74507" y="208359"/>
                </a:cubicBezTo>
                <a:cubicBezTo>
                  <a:pt x="74507" y="216591"/>
                  <a:pt x="67856" y="223242"/>
                  <a:pt x="59624" y="223242"/>
                </a:cubicBezTo>
                <a:lnTo>
                  <a:pt x="54694" y="223242"/>
                </a:lnTo>
                <a:cubicBezTo>
                  <a:pt x="11767" y="223242"/>
                  <a:pt x="-15069" y="176733"/>
                  <a:pt x="6418" y="139526"/>
                </a:cubicBezTo>
                <a:lnTo>
                  <a:pt x="23719" y="10948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9156" y="1182688"/>
            <a:ext cx="218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三大复用点,大幅减少重复代码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" y="1682750"/>
            <a:ext cx="3770313" cy="2238375"/>
          </a:xfrm>
          <a:custGeom>
            <a:avLst/>
            <a:gdLst/>
            <a:ahLst/>
            <a:cxnLst/>
            <a:rect l="l" t="t" r="r" b="b"/>
            <a:pathLst>
              <a:path w="3770313" h="22383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143132"/>
                </a:lnTo>
                <a:cubicBezTo>
                  <a:pt x="3770313" y="2195733"/>
                  <a:pt x="3727671" y="2238375"/>
                  <a:pt x="3675070" y="2238375"/>
                </a:cubicBezTo>
                <a:lnTo>
                  <a:pt x="95243" y="2238375"/>
                </a:lnTo>
                <a:cubicBezTo>
                  <a:pt x="42642" y="2238375"/>
                  <a:pt x="0" y="2195733"/>
                  <a:pt x="0" y="214313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17500" y="168275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44500" y="182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55625" y="1936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20433" y="70848"/>
                </a:moveTo>
                <a:cubicBezTo>
                  <a:pt x="24557" y="42013"/>
                  <a:pt x="49392" y="19844"/>
                  <a:pt x="79375" y="19844"/>
                </a:cubicBezTo>
                <a:cubicBezTo>
                  <a:pt x="95808" y="19844"/>
                  <a:pt x="110691" y="26510"/>
                  <a:pt x="121481" y="37269"/>
                </a:cubicBezTo>
                <a:cubicBezTo>
                  <a:pt x="121543" y="37331"/>
                  <a:pt x="121605" y="37393"/>
                  <a:pt x="121667" y="37455"/>
                </a:cubicBezTo>
                <a:lnTo>
                  <a:pt x="124023" y="39688"/>
                </a:lnTo>
                <a:lnTo>
                  <a:pt x="109172" y="39688"/>
                </a:lnTo>
                <a:cubicBezTo>
                  <a:pt x="103684" y="39688"/>
                  <a:pt x="99250" y="44121"/>
                  <a:pt x="99250" y="49609"/>
                </a:cubicBezTo>
                <a:cubicBezTo>
                  <a:pt x="99250" y="55097"/>
                  <a:pt x="103684" y="59531"/>
                  <a:pt x="109172" y="59531"/>
                </a:cubicBezTo>
                <a:lnTo>
                  <a:pt x="148859" y="59531"/>
                </a:lnTo>
                <a:cubicBezTo>
                  <a:pt x="154347" y="59531"/>
                  <a:pt x="158781" y="55097"/>
                  <a:pt x="158781" y="49609"/>
                </a:cubicBezTo>
                <a:lnTo>
                  <a:pt x="158781" y="9922"/>
                </a:lnTo>
                <a:cubicBezTo>
                  <a:pt x="158781" y="4434"/>
                  <a:pt x="154347" y="0"/>
                  <a:pt x="148859" y="0"/>
                </a:cubicBezTo>
                <a:cubicBezTo>
                  <a:pt x="143371" y="0"/>
                  <a:pt x="138937" y="4434"/>
                  <a:pt x="138937" y="9922"/>
                </a:cubicBezTo>
                <a:lnTo>
                  <a:pt x="138937" y="26479"/>
                </a:lnTo>
                <a:lnTo>
                  <a:pt x="135434" y="23161"/>
                </a:lnTo>
                <a:cubicBezTo>
                  <a:pt x="121078" y="8868"/>
                  <a:pt x="101234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lose/>
                <a:moveTo>
                  <a:pt x="157944" y="90692"/>
                </a:moveTo>
                <a:cubicBezTo>
                  <a:pt x="158719" y="85266"/>
                  <a:pt x="154936" y="80243"/>
                  <a:pt x="149541" y="79468"/>
                </a:cubicBezTo>
                <a:cubicBezTo>
                  <a:pt x="144146" y="78693"/>
                  <a:pt x="139092" y="82476"/>
                  <a:pt x="138317" y="87871"/>
                </a:cubicBezTo>
                <a:cubicBezTo>
                  <a:pt x="134193" y="116706"/>
                  <a:pt x="109358" y="138875"/>
                  <a:pt x="79375" y="138875"/>
                </a:cubicBezTo>
                <a:cubicBezTo>
                  <a:pt x="62942" y="138875"/>
                  <a:pt x="48059" y="132209"/>
                  <a:pt x="37269" y="121450"/>
                </a:cubicBezTo>
                <a:cubicBezTo>
                  <a:pt x="37207" y="121388"/>
                  <a:pt x="37145" y="121326"/>
                  <a:pt x="37083" y="121264"/>
                </a:cubicBezTo>
                <a:lnTo>
                  <a:pt x="34727" y="119031"/>
                </a:lnTo>
                <a:lnTo>
                  <a:pt x="49578" y="119031"/>
                </a:lnTo>
                <a:cubicBezTo>
                  <a:pt x="55066" y="119031"/>
                  <a:pt x="59500" y="114598"/>
                  <a:pt x="59500" y="109110"/>
                </a:cubicBezTo>
                <a:cubicBezTo>
                  <a:pt x="59500" y="103622"/>
                  <a:pt x="55066" y="99188"/>
                  <a:pt x="49578" y="99188"/>
                </a:cubicBezTo>
                <a:lnTo>
                  <a:pt x="9922" y="99219"/>
                </a:lnTo>
                <a:cubicBezTo>
                  <a:pt x="7286" y="99219"/>
                  <a:pt x="4744" y="100273"/>
                  <a:pt x="2884" y="102164"/>
                </a:cubicBezTo>
                <a:cubicBezTo>
                  <a:pt x="1023" y="104056"/>
                  <a:pt x="-31" y="106567"/>
                  <a:pt x="0" y="109234"/>
                </a:cubicBezTo>
                <a:lnTo>
                  <a:pt x="310" y="148611"/>
                </a:lnTo>
                <a:cubicBezTo>
                  <a:pt x="341" y="154099"/>
                  <a:pt x="4837" y="158502"/>
                  <a:pt x="10325" y="158440"/>
                </a:cubicBezTo>
                <a:cubicBezTo>
                  <a:pt x="15813" y="158378"/>
                  <a:pt x="20216" y="153913"/>
                  <a:pt x="20154" y="148425"/>
                </a:cubicBezTo>
                <a:lnTo>
                  <a:pt x="20030" y="132457"/>
                </a:lnTo>
                <a:lnTo>
                  <a:pt x="23347" y="135589"/>
                </a:lnTo>
                <a:cubicBezTo>
                  <a:pt x="37703" y="149882"/>
                  <a:pt x="57516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20750" y="1905000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复用点一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500" y="2301875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查询状态 Hook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500" y="2555875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useRemoteTableQuery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" y="280987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30820" y="287972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90563" y="28733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搜索防抖 350ms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4500" y="315912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30820" y="322897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90563" y="322262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换页自动处理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4500" y="350837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30820" y="357822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0563" y="35718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一行替代20行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12134" y="1682750"/>
            <a:ext cx="3770313" cy="2238375"/>
          </a:xfrm>
          <a:custGeom>
            <a:avLst/>
            <a:gdLst/>
            <a:ahLst/>
            <a:cxnLst/>
            <a:rect l="l" t="t" r="r" b="b"/>
            <a:pathLst>
              <a:path w="3770313" h="22383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143132"/>
                </a:lnTo>
                <a:cubicBezTo>
                  <a:pt x="3770313" y="2195733"/>
                  <a:pt x="3727671" y="2238375"/>
                  <a:pt x="3675070" y="2238375"/>
                </a:cubicBezTo>
                <a:lnTo>
                  <a:pt x="95243" y="2238375"/>
                </a:lnTo>
                <a:cubicBezTo>
                  <a:pt x="42642" y="2238375"/>
                  <a:pt x="0" y="2195733"/>
                  <a:pt x="0" y="214313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212134" y="168275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339134" y="182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450259" y="1936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19844"/>
                </a:moveTo>
                <a:cubicBezTo>
                  <a:pt x="5922" y="19844"/>
                  <a:pt x="2294" y="22262"/>
                  <a:pt x="744" y="25983"/>
                </a:cubicBezTo>
                <a:cubicBezTo>
                  <a:pt x="-806" y="29704"/>
                  <a:pt x="62" y="33951"/>
                  <a:pt x="2915" y="36773"/>
                </a:cubicBezTo>
                <a:lnTo>
                  <a:pt x="59531" y="93421"/>
                </a:lnTo>
                <a:lnTo>
                  <a:pt x="59531" y="128984"/>
                </a:lnTo>
                <a:cubicBezTo>
                  <a:pt x="59531" y="131620"/>
                  <a:pt x="60585" y="134131"/>
                  <a:pt x="62446" y="135992"/>
                </a:cubicBezTo>
                <a:lnTo>
                  <a:pt x="82290" y="155835"/>
                </a:lnTo>
                <a:cubicBezTo>
                  <a:pt x="85142" y="158688"/>
                  <a:pt x="89390" y="159525"/>
                  <a:pt x="93111" y="157975"/>
                </a:cubicBezTo>
                <a:cubicBezTo>
                  <a:pt x="96831" y="156425"/>
                  <a:pt x="99219" y="152828"/>
                  <a:pt x="99219" y="148828"/>
                </a:cubicBezTo>
                <a:lnTo>
                  <a:pt x="99219" y="93421"/>
                </a:lnTo>
                <a:lnTo>
                  <a:pt x="155835" y="36804"/>
                </a:lnTo>
                <a:cubicBezTo>
                  <a:pt x="158688" y="33951"/>
                  <a:pt x="159525" y="29704"/>
                  <a:pt x="157975" y="25983"/>
                </a:cubicBezTo>
                <a:cubicBezTo>
                  <a:pt x="156425" y="22262"/>
                  <a:pt x="152828" y="19844"/>
                  <a:pt x="148828" y="19844"/>
                </a:cubicBezTo>
                <a:lnTo>
                  <a:pt x="9922" y="1984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815384" y="1905000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复用点二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39134" y="2301875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筛选栏组件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39134" y="2555875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TableFilterBar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39134" y="280987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425454" y="287972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585196" y="28733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统一搜索框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39134" y="315912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425454" y="322897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85196" y="322262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Select 筛选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39134" y="350837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425454" y="357822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585196" y="35718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配置化 filterItems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6767" y="1682750"/>
            <a:ext cx="3770313" cy="2238375"/>
          </a:xfrm>
          <a:custGeom>
            <a:avLst/>
            <a:gdLst/>
            <a:ahLst/>
            <a:cxnLst/>
            <a:rect l="l" t="t" r="r" b="b"/>
            <a:pathLst>
              <a:path w="3770313" h="22383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143132"/>
                </a:lnTo>
                <a:cubicBezTo>
                  <a:pt x="3770313" y="2195733"/>
                  <a:pt x="3727671" y="2238375"/>
                  <a:pt x="3675070" y="2238375"/>
                </a:cubicBezTo>
                <a:lnTo>
                  <a:pt x="95243" y="2238375"/>
                </a:lnTo>
                <a:cubicBezTo>
                  <a:pt x="42642" y="2238375"/>
                  <a:pt x="0" y="2195733"/>
                  <a:pt x="0" y="214313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106767" y="168275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233768" y="182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1677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354815" y="193675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49609"/>
                </a:moveTo>
                <a:lnTo>
                  <a:pt x="79375" y="79375"/>
                </a:lnTo>
                <a:lnTo>
                  <a:pt x="119062" y="79375"/>
                </a:lnTo>
                <a:lnTo>
                  <a:pt x="119062" y="49609"/>
                </a:lnTo>
                <a:lnTo>
                  <a:pt x="79375" y="49609"/>
                </a:lnTo>
                <a:close/>
                <a:moveTo>
                  <a:pt x="59531" y="49609"/>
                </a:moveTo>
                <a:lnTo>
                  <a:pt x="19844" y="49609"/>
                </a:lnTo>
                <a:lnTo>
                  <a:pt x="19844" y="79375"/>
                </a:lnTo>
                <a:lnTo>
                  <a:pt x="59531" y="79375"/>
                </a:lnTo>
                <a:lnTo>
                  <a:pt x="59531" y="49609"/>
                </a:lnTo>
                <a:close/>
                <a:moveTo>
                  <a:pt x="0" y="99219"/>
                </a:move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99219"/>
                </a:lnTo>
                <a:close/>
                <a:moveTo>
                  <a:pt x="119062" y="99219"/>
                </a:moveTo>
                <a:lnTo>
                  <a:pt x="79375" y="9921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99219"/>
                </a:lnTo>
                <a:close/>
                <a:moveTo>
                  <a:pt x="59531" y="128984"/>
                </a:moveTo>
                <a:lnTo>
                  <a:pt x="59531" y="99219"/>
                </a:lnTo>
                <a:lnTo>
                  <a:pt x="19844" y="99219"/>
                </a:lnTo>
                <a:lnTo>
                  <a:pt x="19844" y="128984"/>
                </a:lnTo>
                <a:lnTo>
                  <a:pt x="59531" y="12898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710018" y="1905000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复用点三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33768" y="2301875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共享基座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33768" y="2555875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RoomsTabBase / OrdersTabBase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33768" y="280987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320088" y="287972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479830" y="28733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商户/管理员共用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33768" y="315912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320088" y="322897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479830" y="322262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props 注入差异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33768" y="3508375"/>
            <a:ext cx="3516313" cy="285750"/>
          </a:xfrm>
          <a:custGeom>
            <a:avLst/>
            <a:gdLst/>
            <a:ahLst/>
            <a:cxnLst/>
            <a:rect l="l" t="t" r="r" b="b"/>
            <a:pathLst>
              <a:path w="3516313" h="285750">
                <a:moveTo>
                  <a:pt x="63499" y="0"/>
                </a:moveTo>
                <a:lnTo>
                  <a:pt x="3452813" y="0"/>
                </a:lnTo>
                <a:cubicBezTo>
                  <a:pt x="3487883" y="0"/>
                  <a:pt x="3516313" y="28430"/>
                  <a:pt x="3516313" y="63499"/>
                </a:cubicBezTo>
                <a:lnTo>
                  <a:pt x="3516313" y="222251"/>
                </a:lnTo>
                <a:cubicBezTo>
                  <a:pt x="3516313" y="257320"/>
                  <a:pt x="3487883" y="285750"/>
                  <a:pt x="345281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320088" y="357822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479830" y="35718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无需维护两份代码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17500" y="4048125"/>
            <a:ext cx="5715000" cy="2561024"/>
          </a:xfrm>
          <a:custGeom>
            <a:avLst/>
            <a:gdLst/>
            <a:ahLst/>
            <a:cxnLst/>
            <a:rect l="l" t="t" r="r" b="b"/>
            <a:pathLst>
              <a:path w="5715000" h="2897188">
                <a:moveTo>
                  <a:pt x="95260" y="0"/>
                </a:moveTo>
                <a:lnTo>
                  <a:pt x="5619740" y="0"/>
                </a:lnTo>
                <a:cubicBezTo>
                  <a:pt x="5672351" y="0"/>
                  <a:pt x="5715000" y="42649"/>
                  <a:pt x="5715000" y="95260"/>
                </a:cubicBezTo>
                <a:lnTo>
                  <a:pt x="5715000" y="2801928"/>
                </a:lnTo>
                <a:cubicBezTo>
                  <a:pt x="5715000" y="2854538"/>
                  <a:pt x="5672351" y="2897187"/>
                  <a:pt x="5619740" y="2897188"/>
                </a:cubicBezTo>
                <a:lnTo>
                  <a:pt x="95260" y="2897188"/>
                </a:lnTo>
                <a:cubicBezTo>
                  <a:pt x="42649" y="2897188"/>
                  <a:pt x="0" y="2854538"/>
                  <a:pt x="0" y="2801928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solidFill>
            <a:srgbClr val="0E1F3D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44500" y="4175125"/>
            <a:ext cx="551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共享基座调用示例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59500" y="4048125"/>
            <a:ext cx="5715000" cy="2561024"/>
          </a:xfrm>
          <a:custGeom>
            <a:avLst/>
            <a:gdLst/>
            <a:ahLst/>
            <a:cxnLst/>
            <a:rect l="l" t="t" r="r" b="b"/>
            <a:pathLst>
              <a:path w="5715000" h="2897188">
                <a:moveTo>
                  <a:pt x="95260" y="0"/>
                </a:moveTo>
                <a:lnTo>
                  <a:pt x="5619740" y="0"/>
                </a:lnTo>
                <a:cubicBezTo>
                  <a:pt x="5672351" y="0"/>
                  <a:pt x="5715000" y="42649"/>
                  <a:pt x="5715000" y="95260"/>
                </a:cubicBezTo>
                <a:lnTo>
                  <a:pt x="5715000" y="2801928"/>
                </a:lnTo>
                <a:cubicBezTo>
                  <a:pt x="5715000" y="2854538"/>
                  <a:pt x="5672351" y="2897187"/>
                  <a:pt x="5619740" y="2897188"/>
                </a:cubicBezTo>
                <a:lnTo>
                  <a:pt x="95260" y="2897188"/>
                </a:lnTo>
                <a:cubicBezTo>
                  <a:pt x="42649" y="2897188"/>
                  <a:pt x="0" y="2854538"/>
                  <a:pt x="0" y="2801928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6297414" y="4214813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42987" y="66973"/>
                </a:moveTo>
                <a:lnTo>
                  <a:pt x="93873" y="66973"/>
                </a:lnTo>
                <a:cubicBezTo>
                  <a:pt x="88934" y="66973"/>
                  <a:pt x="84944" y="62982"/>
                  <a:pt x="84944" y="58043"/>
                </a:cubicBezTo>
                <a:lnTo>
                  <a:pt x="84944" y="8930"/>
                </a:lnTo>
                <a:cubicBezTo>
                  <a:pt x="84944" y="3990"/>
                  <a:pt x="88962" y="-56"/>
                  <a:pt x="93845" y="586"/>
                </a:cubicBezTo>
                <a:cubicBezTo>
                  <a:pt x="123704" y="4549"/>
                  <a:pt x="147368" y="28212"/>
                  <a:pt x="151330" y="58071"/>
                </a:cubicBezTo>
                <a:cubicBezTo>
                  <a:pt x="151972" y="62954"/>
                  <a:pt x="147926" y="66973"/>
                  <a:pt x="142987" y="66973"/>
                </a:cubicBezTo>
                <a:close/>
                <a:moveTo>
                  <a:pt x="62117" y="10381"/>
                </a:moveTo>
                <a:cubicBezTo>
                  <a:pt x="67168" y="9320"/>
                  <a:pt x="71549" y="13450"/>
                  <a:pt x="71549" y="18613"/>
                </a:cubicBezTo>
                <a:lnTo>
                  <a:pt x="71549" y="73670"/>
                </a:lnTo>
                <a:cubicBezTo>
                  <a:pt x="71549" y="75233"/>
                  <a:pt x="72107" y="76740"/>
                  <a:pt x="73084" y="77939"/>
                </a:cubicBezTo>
                <a:lnTo>
                  <a:pt x="109947" y="122420"/>
                </a:lnTo>
                <a:cubicBezTo>
                  <a:pt x="113212" y="126355"/>
                  <a:pt x="112514" y="132299"/>
                  <a:pt x="108021" y="134727"/>
                </a:cubicBezTo>
                <a:cubicBezTo>
                  <a:pt x="98506" y="139917"/>
                  <a:pt x="87595" y="142875"/>
                  <a:pt x="76014" y="142875"/>
                </a:cubicBezTo>
                <a:cubicBezTo>
                  <a:pt x="39039" y="142875"/>
                  <a:pt x="9041" y="112877"/>
                  <a:pt x="9041" y="75902"/>
                </a:cubicBezTo>
                <a:cubicBezTo>
                  <a:pt x="9041" y="43672"/>
                  <a:pt x="31784" y="16771"/>
                  <a:pt x="62117" y="10381"/>
                </a:cubicBezTo>
                <a:close/>
                <a:moveTo>
                  <a:pt x="133331" y="80367"/>
                </a:moveTo>
                <a:lnTo>
                  <a:pt x="151191" y="80367"/>
                </a:lnTo>
                <a:cubicBezTo>
                  <a:pt x="156353" y="80367"/>
                  <a:pt x="160483" y="84748"/>
                  <a:pt x="159423" y="89799"/>
                </a:cubicBezTo>
                <a:cubicBezTo>
                  <a:pt x="156576" y="103305"/>
                  <a:pt x="149656" y="115305"/>
                  <a:pt x="140001" y="124458"/>
                </a:cubicBezTo>
                <a:cubicBezTo>
                  <a:pt x="136568" y="127722"/>
                  <a:pt x="131183" y="127025"/>
                  <a:pt x="128169" y="123369"/>
                </a:cubicBezTo>
                <a:lnTo>
                  <a:pt x="104617" y="94990"/>
                </a:lnTo>
                <a:cubicBezTo>
                  <a:pt x="99789" y="89157"/>
                  <a:pt x="103947" y="80367"/>
                  <a:pt x="111482" y="80367"/>
                </a:cubicBezTo>
                <a:lnTo>
                  <a:pt x="133303" y="80367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469063" y="4175125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复用收益统计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86500" y="4492625"/>
            <a:ext cx="5461000" cy="539750"/>
          </a:xfrm>
          <a:custGeom>
            <a:avLst/>
            <a:gdLst/>
            <a:ahLst/>
            <a:cxnLst/>
            <a:rect l="l" t="t" r="r" b="b"/>
            <a:pathLst>
              <a:path w="5461000" h="539750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476248"/>
                </a:lnTo>
                <a:cubicBezTo>
                  <a:pt x="5461000" y="511319"/>
                  <a:pt x="5432569" y="539750"/>
                  <a:pt x="5397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381750" y="4619524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重复代码点位数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198424" y="4587875"/>
            <a:ext cx="547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-50%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81750" y="4873524"/>
            <a:ext cx="5270500" cy="63500"/>
          </a:xfrm>
          <a:custGeom>
            <a:avLst/>
            <a:gdLst/>
            <a:ahLst/>
            <a:cxnLst/>
            <a:rect l="l" t="t" r="r" b="b"/>
            <a:pathLst>
              <a:path w="5270500" h="63500">
                <a:moveTo>
                  <a:pt x="31750" y="0"/>
                </a:moveTo>
                <a:lnTo>
                  <a:pt x="5238750" y="0"/>
                </a:lnTo>
                <a:cubicBezTo>
                  <a:pt x="5256273" y="0"/>
                  <a:pt x="5270500" y="14227"/>
                  <a:pt x="5270500" y="31750"/>
                </a:cubicBezTo>
                <a:lnTo>
                  <a:pt x="5270500" y="31750"/>
                </a:lnTo>
                <a:cubicBezTo>
                  <a:pt x="5270500" y="49273"/>
                  <a:pt x="5256273" y="63500"/>
                  <a:pt x="5238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6381750" y="4873524"/>
            <a:ext cx="4476750" cy="63500"/>
          </a:xfrm>
          <a:custGeom>
            <a:avLst/>
            <a:gdLst/>
            <a:ahLst/>
            <a:cxnLst/>
            <a:rect l="l" t="t" r="r" b="b"/>
            <a:pathLst>
              <a:path w="4476750" h="63500">
                <a:moveTo>
                  <a:pt x="31750" y="0"/>
                </a:moveTo>
                <a:lnTo>
                  <a:pt x="4445000" y="0"/>
                </a:lnTo>
                <a:cubicBezTo>
                  <a:pt x="4462523" y="0"/>
                  <a:pt x="4476750" y="14227"/>
                  <a:pt x="4476750" y="31750"/>
                </a:cubicBezTo>
                <a:lnTo>
                  <a:pt x="4476750" y="31750"/>
                </a:lnTo>
                <a:cubicBezTo>
                  <a:pt x="4476750" y="49273"/>
                  <a:pt x="4462523" y="63500"/>
                  <a:pt x="444500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39A9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6286500" y="5127524"/>
            <a:ext cx="5461000" cy="539750"/>
          </a:xfrm>
          <a:custGeom>
            <a:avLst/>
            <a:gdLst/>
            <a:ahLst/>
            <a:cxnLst/>
            <a:rect l="l" t="t" r="r" b="b"/>
            <a:pathLst>
              <a:path w="5461000" h="539750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476248"/>
                </a:lnTo>
                <a:cubicBezTo>
                  <a:pt x="5461000" y="511319"/>
                  <a:pt x="5432569" y="539750"/>
                  <a:pt x="5397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6381750" y="5254431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复用组件数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359753" y="5222774"/>
            <a:ext cx="388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12+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81750" y="5508431"/>
            <a:ext cx="5270500" cy="63500"/>
          </a:xfrm>
          <a:custGeom>
            <a:avLst/>
            <a:gdLst/>
            <a:ahLst/>
            <a:cxnLst/>
            <a:rect l="l" t="t" r="r" b="b"/>
            <a:pathLst>
              <a:path w="5270500" h="63500">
                <a:moveTo>
                  <a:pt x="31750" y="0"/>
                </a:moveTo>
                <a:lnTo>
                  <a:pt x="5238750" y="0"/>
                </a:lnTo>
                <a:cubicBezTo>
                  <a:pt x="5256273" y="0"/>
                  <a:pt x="5270500" y="14227"/>
                  <a:pt x="5270500" y="31750"/>
                </a:cubicBezTo>
                <a:lnTo>
                  <a:pt x="5270500" y="31750"/>
                </a:lnTo>
                <a:cubicBezTo>
                  <a:pt x="5270500" y="49273"/>
                  <a:pt x="5256273" y="63500"/>
                  <a:pt x="5238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6381750" y="5508431"/>
            <a:ext cx="3952875" cy="63500"/>
          </a:xfrm>
          <a:custGeom>
            <a:avLst/>
            <a:gdLst/>
            <a:ahLst/>
            <a:cxnLst/>
            <a:rect l="l" t="t" r="r" b="b"/>
            <a:pathLst>
              <a:path w="3952875" h="63500">
                <a:moveTo>
                  <a:pt x="31750" y="0"/>
                </a:moveTo>
                <a:lnTo>
                  <a:pt x="3921125" y="0"/>
                </a:lnTo>
                <a:cubicBezTo>
                  <a:pt x="3938648" y="0"/>
                  <a:pt x="3952875" y="14227"/>
                  <a:pt x="3952875" y="31750"/>
                </a:cubicBezTo>
                <a:lnTo>
                  <a:pt x="3952875" y="31750"/>
                </a:lnTo>
                <a:cubicBezTo>
                  <a:pt x="3952875" y="49273"/>
                  <a:pt x="3938648" y="63500"/>
                  <a:pt x="3921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39A9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6286500" y="5762431"/>
            <a:ext cx="5461000" cy="539750"/>
          </a:xfrm>
          <a:custGeom>
            <a:avLst/>
            <a:gdLst/>
            <a:ahLst/>
            <a:cxnLst/>
            <a:rect l="l" t="t" r="r" b="b"/>
            <a:pathLst>
              <a:path w="5461000" h="539750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476248"/>
                </a:lnTo>
                <a:cubicBezTo>
                  <a:pt x="5461000" y="511319"/>
                  <a:pt x="5432569" y="539750"/>
                  <a:pt x="5397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6381750" y="5889330"/>
            <a:ext cx="102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Hook 覆盖页面数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348938" y="5857681"/>
            <a:ext cx="396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10+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81750" y="6143330"/>
            <a:ext cx="5270500" cy="63500"/>
          </a:xfrm>
          <a:custGeom>
            <a:avLst/>
            <a:gdLst/>
            <a:ahLst/>
            <a:cxnLst/>
            <a:rect l="l" t="t" r="r" b="b"/>
            <a:pathLst>
              <a:path w="5270500" h="63500">
                <a:moveTo>
                  <a:pt x="31750" y="0"/>
                </a:moveTo>
                <a:lnTo>
                  <a:pt x="5238750" y="0"/>
                </a:lnTo>
                <a:cubicBezTo>
                  <a:pt x="5256273" y="0"/>
                  <a:pt x="5270500" y="14227"/>
                  <a:pt x="5270500" y="31750"/>
                </a:cubicBezTo>
                <a:lnTo>
                  <a:pt x="5270500" y="31750"/>
                </a:lnTo>
                <a:cubicBezTo>
                  <a:pt x="5270500" y="49273"/>
                  <a:pt x="5256273" y="63500"/>
                  <a:pt x="5238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6381750" y="6143330"/>
            <a:ext cx="4214813" cy="63500"/>
          </a:xfrm>
          <a:custGeom>
            <a:avLst/>
            <a:gdLst/>
            <a:ahLst/>
            <a:cxnLst/>
            <a:rect l="l" t="t" r="r" b="b"/>
            <a:pathLst>
              <a:path w="4214813" h="63500">
                <a:moveTo>
                  <a:pt x="31750" y="0"/>
                </a:moveTo>
                <a:lnTo>
                  <a:pt x="4183063" y="0"/>
                </a:lnTo>
                <a:cubicBezTo>
                  <a:pt x="4200586" y="0"/>
                  <a:pt x="4214813" y="14227"/>
                  <a:pt x="4214813" y="31750"/>
                </a:cubicBezTo>
                <a:lnTo>
                  <a:pt x="4214813" y="31750"/>
                </a:lnTo>
                <a:cubicBezTo>
                  <a:pt x="4214813" y="49273"/>
                  <a:pt x="4200586" y="63500"/>
                  <a:pt x="418306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39A9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C5ADCA6E-8E7E-C276-C799-DE51D1012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795" y="4071060"/>
            <a:ext cx="4063486" cy="255724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285750"/>
                </a:lnTo>
                <a:cubicBezTo>
                  <a:pt x="63500" y="303273"/>
                  <a:pt x="49273" y="317500"/>
                  <a:pt x="31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6250" y="317500"/>
            <a:ext cx="4262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管理端技术实现: 鉴权与权限管理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698500"/>
            <a:ext cx="1146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50925"/>
            <a:ext cx="5689600" cy="3911600"/>
          </a:xfrm>
          <a:custGeom>
            <a:avLst/>
            <a:gdLst/>
            <a:ahLst/>
            <a:cxnLst/>
            <a:rect l="l" t="t" r="r" b="b"/>
            <a:pathLst>
              <a:path w="5689600" h="3911600">
                <a:moveTo>
                  <a:pt x="95247" y="0"/>
                </a:moveTo>
                <a:lnTo>
                  <a:pt x="5594353" y="0"/>
                </a:lnTo>
                <a:cubicBezTo>
                  <a:pt x="5646956" y="0"/>
                  <a:pt x="5689600" y="42644"/>
                  <a:pt x="5689600" y="95247"/>
                </a:cubicBezTo>
                <a:lnTo>
                  <a:pt x="5689600" y="3816353"/>
                </a:lnTo>
                <a:cubicBezTo>
                  <a:pt x="5689600" y="3868956"/>
                  <a:pt x="5646956" y="3911600"/>
                  <a:pt x="5594353" y="3911600"/>
                </a:cubicBezTo>
                <a:lnTo>
                  <a:pt x="95247" y="3911600"/>
                </a:lnTo>
                <a:cubicBezTo>
                  <a:pt x="42644" y="3911600"/>
                  <a:pt x="0" y="3868956"/>
                  <a:pt x="0" y="38163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444" y="124459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1037" y="1212848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前端路由守卫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" y="1562098"/>
            <a:ext cx="5365750" cy="1016000"/>
          </a:xfrm>
          <a:custGeom>
            <a:avLst/>
            <a:gdLst/>
            <a:ahLst/>
            <a:cxnLst/>
            <a:rect l="l" t="t" r="r" b="b"/>
            <a:pathLst>
              <a:path w="5365750" h="10160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952500"/>
                </a:lnTo>
                <a:cubicBezTo>
                  <a:pt x="5365750" y="987547"/>
                  <a:pt x="5337297" y="1016000"/>
                  <a:pt x="5302250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7225" y="170497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42974" y="1689097"/>
            <a:ext cx="1563687" cy="238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RequireAuth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197484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token 跳转 /login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2197098"/>
            <a:ext cx="5111750" cy="254000"/>
          </a:xfrm>
          <a:custGeom>
            <a:avLst/>
            <a:gdLst/>
            <a:ahLst/>
            <a:cxnLst/>
            <a:rect l="l" t="t" r="r" b="b"/>
            <a:pathLst>
              <a:path w="5111750" h="254000">
                <a:moveTo>
                  <a:pt x="63500" y="0"/>
                </a:moveTo>
                <a:lnTo>
                  <a:pt x="5048250" y="0"/>
                </a:lnTo>
                <a:cubicBezTo>
                  <a:pt x="5083297" y="0"/>
                  <a:pt x="5111750" y="28453"/>
                  <a:pt x="5111750" y="63500"/>
                </a:cubicBezTo>
                <a:lnTo>
                  <a:pt x="5111750" y="190500"/>
                </a:lnTo>
                <a:cubicBezTo>
                  <a:pt x="5111750" y="225547"/>
                  <a:pt x="5083297" y="254000"/>
                  <a:pt x="504825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3100" y="2260598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 localStorage token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600" y="2705005"/>
            <a:ext cx="5365750" cy="1016000"/>
          </a:xfrm>
          <a:custGeom>
            <a:avLst/>
            <a:gdLst/>
            <a:ahLst/>
            <a:cxnLst/>
            <a:rect l="l" t="t" r="r" b="b"/>
            <a:pathLst>
              <a:path w="5365750" h="10160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952500"/>
                </a:lnTo>
                <a:cubicBezTo>
                  <a:pt x="5365750" y="987547"/>
                  <a:pt x="5337297" y="1016000"/>
                  <a:pt x="5302250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21506" y="284788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42975" y="2832005"/>
            <a:ext cx="1473200" cy="174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RequireRole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311775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角色不符跳转 /unauthorized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340005"/>
            <a:ext cx="5111750" cy="254000"/>
          </a:xfrm>
          <a:custGeom>
            <a:avLst/>
            <a:gdLst/>
            <a:ahLst/>
            <a:cxnLst/>
            <a:rect l="l" t="t" r="r" b="b"/>
            <a:pathLst>
              <a:path w="5111750" h="254000">
                <a:moveTo>
                  <a:pt x="63500" y="0"/>
                </a:moveTo>
                <a:lnTo>
                  <a:pt x="5048250" y="0"/>
                </a:lnTo>
                <a:cubicBezTo>
                  <a:pt x="5083297" y="0"/>
                  <a:pt x="5111750" y="28453"/>
                  <a:pt x="5111750" y="63500"/>
                </a:cubicBezTo>
                <a:lnTo>
                  <a:pt x="5111750" y="190500"/>
                </a:lnTo>
                <a:cubicBezTo>
                  <a:pt x="5111750" y="225547"/>
                  <a:pt x="5083297" y="254000"/>
                  <a:pt x="504825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3100" y="3403505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校验用户 role 字段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2600" y="3847905"/>
            <a:ext cx="5365750" cy="952500"/>
          </a:xfrm>
          <a:custGeom>
            <a:avLst/>
            <a:gdLst/>
            <a:ahLst/>
            <a:cxnLst/>
            <a:rect l="l" t="t" r="r" b="b"/>
            <a:pathLst>
              <a:path w="5365750" h="95250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888997"/>
                </a:lnTo>
                <a:cubicBezTo>
                  <a:pt x="5365750" y="924069"/>
                  <a:pt x="5337319" y="952500"/>
                  <a:pt x="53022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09600" y="397490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路由分组策略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600" y="4228905"/>
            <a:ext cx="595313" cy="190500"/>
          </a:xfrm>
          <a:custGeom>
            <a:avLst/>
            <a:gdLst/>
            <a:ahLst/>
            <a:cxnLst/>
            <a:rect l="l" t="t" r="r" b="b"/>
            <a:pathLst>
              <a:path w="595313" h="190500">
                <a:moveTo>
                  <a:pt x="31751" y="0"/>
                </a:moveTo>
                <a:lnTo>
                  <a:pt x="563562" y="0"/>
                </a:lnTo>
                <a:cubicBezTo>
                  <a:pt x="581097" y="0"/>
                  <a:pt x="595313" y="14215"/>
                  <a:pt x="595313" y="31751"/>
                </a:cubicBezTo>
                <a:lnTo>
                  <a:pt x="595313" y="158749"/>
                </a:lnTo>
                <a:cubicBezTo>
                  <a:pt x="595313" y="176285"/>
                  <a:pt x="581097" y="190500"/>
                  <a:pt x="5635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09600" y="4228905"/>
            <a:ext cx="6429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/hotels/*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1488" y="4244679"/>
            <a:ext cx="114468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merchant-only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" y="4482804"/>
            <a:ext cx="547688" cy="190500"/>
          </a:xfrm>
          <a:custGeom>
            <a:avLst/>
            <a:gdLst/>
            <a:ahLst/>
            <a:cxnLst/>
            <a:rect l="l" t="t" r="r" b="b"/>
            <a:pathLst>
              <a:path w="547688" h="190500">
                <a:moveTo>
                  <a:pt x="31751" y="0"/>
                </a:moveTo>
                <a:lnTo>
                  <a:pt x="515937" y="0"/>
                </a:lnTo>
                <a:cubicBezTo>
                  <a:pt x="533472" y="0"/>
                  <a:pt x="547688" y="14215"/>
                  <a:pt x="547688" y="31751"/>
                </a:cubicBezTo>
                <a:lnTo>
                  <a:pt x="547688" y="158749"/>
                </a:lnTo>
                <a:cubicBezTo>
                  <a:pt x="547688" y="176285"/>
                  <a:pt x="533472" y="190500"/>
                  <a:pt x="5159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09600" y="4482804"/>
            <a:ext cx="5953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/audit/*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101" y="4498578"/>
            <a:ext cx="98548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admin-only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8550" y="1050925"/>
            <a:ext cx="5689600" cy="3911600"/>
          </a:xfrm>
          <a:custGeom>
            <a:avLst/>
            <a:gdLst/>
            <a:ahLst/>
            <a:cxnLst/>
            <a:rect l="l" t="t" r="r" b="b"/>
            <a:pathLst>
              <a:path w="5689600" h="3911600">
                <a:moveTo>
                  <a:pt x="95247" y="0"/>
                </a:moveTo>
                <a:lnTo>
                  <a:pt x="5594353" y="0"/>
                </a:lnTo>
                <a:cubicBezTo>
                  <a:pt x="5646956" y="0"/>
                  <a:pt x="5689600" y="42644"/>
                  <a:pt x="5689600" y="95247"/>
                </a:cubicBezTo>
                <a:lnTo>
                  <a:pt x="5689600" y="3816353"/>
                </a:lnTo>
                <a:cubicBezTo>
                  <a:pt x="5689600" y="3868956"/>
                  <a:pt x="5646956" y="3911600"/>
                  <a:pt x="5594353" y="3911600"/>
                </a:cubicBezTo>
                <a:lnTo>
                  <a:pt x="95247" y="3911600"/>
                </a:lnTo>
                <a:cubicBezTo>
                  <a:pt x="42644" y="3911600"/>
                  <a:pt x="0" y="3868956"/>
                  <a:pt x="0" y="38163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9A9FF">
                <a:alpha val="20000"/>
              </a:srgbClr>
            </a:solidFill>
            <a:prstDash val="solid"/>
          </a:ln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9" name="Shape 27"/>
          <p:cNvSpPr/>
          <p:nvPr/>
        </p:nvSpPr>
        <p:spPr>
          <a:xfrm>
            <a:off x="6370241" y="124459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38912" y="1212848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后端接口守卫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0475" y="1562098"/>
            <a:ext cx="5365750" cy="1016000"/>
          </a:xfrm>
          <a:custGeom>
            <a:avLst/>
            <a:gdLst/>
            <a:ahLst/>
            <a:cxnLst/>
            <a:rect l="l" t="t" r="r" b="b"/>
            <a:pathLst>
              <a:path w="5365750" h="10160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952500"/>
                </a:lnTo>
                <a:cubicBezTo>
                  <a:pt x="5365750" y="987547"/>
                  <a:pt x="5337297" y="1016000"/>
                  <a:pt x="5302250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491287" y="17049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800849" y="1689098"/>
            <a:ext cx="163881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authRequired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67475" y="197484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Bearer Token 校验,401 拦截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67475" y="2197098"/>
            <a:ext cx="5111750" cy="254000"/>
          </a:xfrm>
          <a:custGeom>
            <a:avLst/>
            <a:gdLst/>
            <a:ahLst/>
            <a:cxnLst/>
            <a:rect l="l" t="t" r="r" b="b"/>
            <a:pathLst>
              <a:path w="5111750" h="254000">
                <a:moveTo>
                  <a:pt x="63500" y="0"/>
                </a:moveTo>
                <a:lnTo>
                  <a:pt x="5048250" y="0"/>
                </a:lnTo>
                <a:cubicBezTo>
                  <a:pt x="5083297" y="0"/>
                  <a:pt x="5111750" y="28453"/>
                  <a:pt x="5111750" y="63500"/>
                </a:cubicBezTo>
                <a:lnTo>
                  <a:pt x="5111750" y="190500"/>
                </a:lnTo>
                <a:cubicBezTo>
                  <a:pt x="5111750" y="225547"/>
                  <a:pt x="5083297" y="254000"/>
                  <a:pt x="504825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530975" y="2260598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verifyToken(token) → userId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0475" y="2705005"/>
            <a:ext cx="5365750" cy="1016000"/>
          </a:xfrm>
          <a:custGeom>
            <a:avLst/>
            <a:gdLst/>
            <a:ahLst/>
            <a:cxnLst/>
            <a:rect l="l" t="t" r="r" b="b"/>
            <a:pathLst>
              <a:path w="5365750" h="10160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952500"/>
                </a:lnTo>
                <a:cubicBezTo>
                  <a:pt x="5365750" y="987547"/>
                  <a:pt x="5337297" y="1016000"/>
                  <a:pt x="5302250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467475" y="284788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800850" y="2832005"/>
            <a:ext cx="184888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requireRole(role)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67475" y="311775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角色检查,403 拦截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67475" y="3340005"/>
            <a:ext cx="5111750" cy="254000"/>
          </a:xfrm>
          <a:custGeom>
            <a:avLst/>
            <a:gdLst/>
            <a:ahLst/>
            <a:cxnLst/>
            <a:rect l="l" t="t" r="r" b="b"/>
            <a:pathLst>
              <a:path w="5111750" h="254000">
                <a:moveTo>
                  <a:pt x="63500" y="0"/>
                </a:moveTo>
                <a:lnTo>
                  <a:pt x="5048250" y="0"/>
                </a:lnTo>
                <a:cubicBezTo>
                  <a:pt x="5083297" y="0"/>
                  <a:pt x="5111750" y="28453"/>
                  <a:pt x="5111750" y="63500"/>
                </a:cubicBezTo>
                <a:lnTo>
                  <a:pt x="5111750" y="190500"/>
                </a:lnTo>
                <a:cubicBezTo>
                  <a:pt x="5111750" y="225547"/>
                  <a:pt x="5083297" y="254000"/>
                  <a:pt x="504825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530975" y="3403505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req.user.role === role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0475" y="3847905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467475" y="397490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统一中间件挂载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67475" y="422890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在路由挂载阶段统一加中间件,不依赖各 Controller 单独判断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17500" y="5092302"/>
            <a:ext cx="11557000" cy="1627912"/>
          </a:xfrm>
          <a:custGeom>
            <a:avLst/>
            <a:gdLst/>
            <a:ahLst/>
            <a:cxnLst/>
            <a:rect l="l" t="t" r="r" b="b"/>
            <a:pathLst>
              <a:path w="11557000" h="3214688">
                <a:moveTo>
                  <a:pt x="95251" y="0"/>
                </a:moveTo>
                <a:lnTo>
                  <a:pt x="11461749" y="0"/>
                </a:lnTo>
                <a:cubicBezTo>
                  <a:pt x="11514355" y="0"/>
                  <a:pt x="11557000" y="42645"/>
                  <a:pt x="11557000" y="95251"/>
                </a:cubicBezTo>
                <a:lnTo>
                  <a:pt x="11557000" y="3119436"/>
                </a:lnTo>
                <a:cubicBezTo>
                  <a:pt x="11557000" y="3172042"/>
                  <a:pt x="11514355" y="3214688"/>
                  <a:pt x="11461749" y="3214687"/>
                </a:cubicBezTo>
                <a:lnTo>
                  <a:pt x="95251" y="3214688"/>
                </a:lnTo>
                <a:cubicBezTo>
                  <a:pt x="42645" y="3214687"/>
                  <a:pt x="0" y="3172042"/>
                  <a:pt x="0" y="3119436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0E1F3D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44500" y="5219302"/>
            <a:ext cx="1135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鉴权中间件实现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4499" y="5454256"/>
            <a:ext cx="12147035" cy="1168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const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authRequired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(req, res, next) =&gt; {</a:t>
            </a:r>
            <a:endParaRPr lang="en-US" sz="1000" dirty="0">
              <a:solidFill>
                <a:schemeClr val="bg1"/>
              </a:solidFill>
            </a:endParaRP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const token =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req.headers.authorization?.split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(' ')[1]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if (!token) return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res.status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(401).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json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({ error: 'Unauthorized' })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try {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req.user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verifyToken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(token); next() } catch {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res.status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(401).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json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({ error: 'Invalid token' }) }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}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const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requireRole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(role) =&gt; (req, res, next) =&gt;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req.user.role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=== role ? next() :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res.status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(403).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json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({ error: 'Forbidden' })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D7062CDE-92C0-99B5-DADF-B09A4FCAFA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29"/>
          <a:stretch>
            <a:fillRect/>
          </a:stretch>
        </p:blipFill>
        <p:spPr>
          <a:xfrm>
            <a:off x="4865687" y="311246"/>
            <a:ext cx="4100787" cy="654050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F8C90789-F565-DBBE-6BDF-BCB7B701B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767" y="1018534"/>
            <a:ext cx="6907101" cy="515094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406" y="335406"/>
            <a:ext cx="67081" cy="335406"/>
          </a:xfrm>
          <a:custGeom>
            <a:avLst/>
            <a:gdLst/>
            <a:ahLst/>
            <a:cxnLst/>
            <a:rect l="l" t="t" r="r" b="b"/>
            <a:pathLst>
              <a:path w="67081" h="335406">
                <a:moveTo>
                  <a:pt x="33541" y="0"/>
                </a:moveTo>
                <a:lnTo>
                  <a:pt x="33541" y="0"/>
                </a:lnTo>
                <a:cubicBezTo>
                  <a:pt x="52052" y="0"/>
                  <a:pt x="67081" y="15029"/>
                  <a:pt x="67081" y="33541"/>
                </a:cubicBezTo>
                <a:lnTo>
                  <a:pt x="67081" y="301865"/>
                </a:lnTo>
                <a:cubicBezTo>
                  <a:pt x="67081" y="320389"/>
                  <a:pt x="52065" y="335406"/>
                  <a:pt x="33541" y="335406"/>
                </a:cubicBezTo>
                <a:lnTo>
                  <a:pt x="33541" y="335406"/>
                </a:lnTo>
                <a:cubicBezTo>
                  <a:pt x="15017" y="335406"/>
                  <a:pt x="0" y="320389"/>
                  <a:pt x="0" y="30186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3109" y="335406"/>
            <a:ext cx="2263989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7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服务端架构设计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3109" y="737893"/>
            <a:ext cx="11428952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SERVER ARCHITECTURE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760" y="1110193"/>
            <a:ext cx="6949608" cy="5415126"/>
          </a:xfrm>
          <a:custGeom>
            <a:avLst/>
            <a:gdLst/>
            <a:ahLst/>
            <a:cxnLst/>
            <a:rect l="l" t="t" r="r" b="b"/>
            <a:pathLst>
              <a:path w="6949608" h="5415126">
                <a:moveTo>
                  <a:pt x="100613" y="0"/>
                </a:moveTo>
                <a:lnTo>
                  <a:pt x="6848995" y="0"/>
                </a:lnTo>
                <a:cubicBezTo>
                  <a:pt x="6904562" y="0"/>
                  <a:pt x="6949608" y="45046"/>
                  <a:pt x="6949608" y="100613"/>
                </a:cubicBezTo>
                <a:lnTo>
                  <a:pt x="6949608" y="5314513"/>
                </a:lnTo>
                <a:cubicBezTo>
                  <a:pt x="6949608" y="5370080"/>
                  <a:pt x="6904562" y="5415126"/>
                  <a:pt x="6848995" y="5415126"/>
                </a:cubicBezTo>
                <a:lnTo>
                  <a:pt x="100613" y="5415126"/>
                </a:lnTo>
                <a:cubicBezTo>
                  <a:pt x="45046" y="5415126"/>
                  <a:pt x="0" y="5370080"/>
                  <a:pt x="0" y="5314513"/>
                </a:cubicBezTo>
                <a:lnTo>
                  <a:pt x="0" y="100613"/>
                </a:lnTo>
                <a:cubicBezTo>
                  <a:pt x="0" y="45083"/>
                  <a:pt x="45083" y="0"/>
                  <a:pt x="10061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77FF">
                <a:alpha val="20000"/>
              </a:srgbClr>
            </a:solidFill>
            <a:prstDash val="solid"/>
          </a:ln>
          <a:effectLst>
            <a:outerShdw blurRad="50311" dist="3354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55756" y="1106839"/>
            <a:ext cx="4402201" cy="3421139"/>
          </a:xfrm>
          <a:custGeom>
            <a:avLst/>
            <a:gdLst/>
            <a:ahLst/>
            <a:cxnLst/>
            <a:rect l="l" t="t" r="r" b="b"/>
            <a:pathLst>
              <a:path w="4402201" h="3421139">
                <a:moveTo>
                  <a:pt x="100616" y="0"/>
                </a:moveTo>
                <a:lnTo>
                  <a:pt x="4301585" y="0"/>
                </a:lnTo>
                <a:cubicBezTo>
                  <a:pt x="4357154" y="0"/>
                  <a:pt x="4402201" y="45047"/>
                  <a:pt x="4402201" y="100616"/>
                </a:cubicBezTo>
                <a:lnTo>
                  <a:pt x="4402201" y="3320523"/>
                </a:lnTo>
                <a:cubicBezTo>
                  <a:pt x="4402201" y="3376092"/>
                  <a:pt x="4357154" y="3421139"/>
                  <a:pt x="4301585" y="3421139"/>
                </a:cubicBezTo>
                <a:lnTo>
                  <a:pt x="100616" y="3421139"/>
                </a:lnTo>
                <a:cubicBezTo>
                  <a:pt x="45047" y="3421139"/>
                  <a:pt x="0" y="3376092"/>
                  <a:pt x="0" y="3320523"/>
                </a:cubicBezTo>
                <a:lnTo>
                  <a:pt x="0" y="100616"/>
                </a:lnTo>
                <a:cubicBezTo>
                  <a:pt x="0" y="45047"/>
                  <a:pt x="45047" y="0"/>
                  <a:pt x="100616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25777" dist="838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633941" y="1308083"/>
            <a:ext cx="188666" cy="167703"/>
          </a:xfrm>
          <a:custGeom>
            <a:avLst/>
            <a:gdLst/>
            <a:ahLst/>
            <a:cxnLst/>
            <a:rect l="l" t="t" r="r" b="b"/>
            <a:pathLst>
              <a:path w="188666" h="167703">
                <a:moveTo>
                  <a:pt x="101375" y="-6191"/>
                </a:moveTo>
                <a:cubicBezTo>
                  <a:pt x="100032" y="-8811"/>
                  <a:pt x="97314" y="-10481"/>
                  <a:pt x="94366" y="-10481"/>
                </a:cubicBezTo>
                <a:cubicBezTo>
                  <a:pt x="91418" y="-10481"/>
                  <a:pt x="88699" y="-8811"/>
                  <a:pt x="87356" y="-6191"/>
                </a:cubicBezTo>
                <a:lnTo>
                  <a:pt x="63249" y="41041"/>
                </a:lnTo>
                <a:lnTo>
                  <a:pt x="10874" y="49361"/>
                </a:lnTo>
                <a:cubicBezTo>
                  <a:pt x="7959" y="49820"/>
                  <a:pt x="5536" y="51883"/>
                  <a:pt x="4618" y="54700"/>
                </a:cubicBezTo>
                <a:cubicBezTo>
                  <a:pt x="3701" y="57517"/>
                  <a:pt x="4455" y="60596"/>
                  <a:pt x="6518" y="62692"/>
                </a:cubicBezTo>
                <a:lnTo>
                  <a:pt x="43989" y="100196"/>
                </a:lnTo>
                <a:lnTo>
                  <a:pt x="35735" y="152570"/>
                </a:lnTo>
                <a:cubicBezTo>
                  <a:pt x="35277" y="155485"/>
                  <a:pt x="36488" y="158433"/>
                  <a:pt x="38880" y="160169"/>
                </a:cubicBezTo>
                <a:cubicBezTo>
                  <a:pt x="41271" y="161905"/>
                  <a:pt x="44415" y="162167"/>
                  <a:pt x="47068" y="160824"/>
                </a:cubicBezTo>
                <a:lnTo>
                  <a:pt x="94366" y="136783"/>
                </a:lnTo>
                <a:lnTo>
                  <a:pt x="141630" y="160824"/>
                </a:lnTo>
                <a:cubicBezTo>
                  <a:pt x="144251" y="162167"/>
                  <a:pt x="147428" y="161905"/>
                  <a:pt x="149819" y="160169"/>
                </a:cubicBezTo>
                <a:cubicBezTo>
                  <a:pt x="152210" y="158433"/>
                  <a:pt x="153422" y="155518"/>
                  <a:pt x="152963" y="152570"/>
                </a:cubicBezTo>
                <a:lnTo>
                  <a:pt x="144676" y="100196"/>
                </a:lnTo>
                <a:lnTo>
                  <a:pt x="182148" y="62692"/>
                </a:lnTo>
                <a:cubicBezTo>
                  <a:pt x="184244" y="60596"/>
                  <a:pt x="184964" y="57517"/>
                  <a:pt x="184047" y="54700"/>
                </a:cubicBezTo>
                <a:cubicBezTo>
                  <a:pt x="183130" y="51883"/>
                  <a:pt x="180739" y="49820"/>
                  <a:pt x="177791" y="49361"/>
                </a:cubicBezTo>
                <a:lnTo>
                  <a:pt x="125450" y="41041"/>
                </a:lnTo>
                <a:lnTo>
                  <a:pt x="101375" y="-6191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833088" y="1274542"/>
            <a:ext cx="3941018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四大设计亮点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3459" y="1643488"/>
            <a:ext cx="4066795" cy="603730"/>
          </a:xfrm>
          <a:custGeom>
            <a:avLst/>
            <a:gdLst/>
            <a:ahLst/>
            <a:cxnLst/>
            <a:rect l="l" t="t" r="r" b="b"/>
            <a:pathLst>
              <a:path w="4066795" h="603730">
                <a:moveTo>
                  <a:pt x="67080" y="0"/>
                </a:moveTo>
                <a:lnTo>
                  <a:pt x="3999715" y="0"/>
                </a:lnTo>
                <a:cubicBezTo>
                  <a:pt x="4036762" y="0"/>
                  <a:pt x="4066795" y="30033"/>
                  <a:pt x="4066795" y="67080"/>
                </a:cubicBezTo>
                <a:lnTo>
                  <a:pt x="4066795" y="536650"/>
                </a:lnTo>
                <a:cubicBezTo>
                  <a:pt x="4066795" y="573697"/>
                  <a:pt x="4036762" y="603730"/>
                  <a:pt x="3999715" y="603730"/>
                </a:cubicBezTo>
                <a:lnTo>
                  <a:pt x="67080" y="603730"/>
                </a:lnTo>
                <a:cubicBezTo>
                  <a:pt x="30033" y="603730"/>
                  <a:pt x="0" y="573697"/>
                  <a:pt x="0" y="536650"/>
                </a:cubicBezTo>
                <a:lnTo>
                  <a:pt x="0" y="67080"/>
                </a:lnTo>
                <a:cubicBezTo>
                  <a:pt x="0" y="30033"/>
                  <a:pt x="30033" y="0"/>
                  <a:pt x="670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7740851" y="1777651"/>
            <a:ext cx="134162" cy="134162"/>
          </a:xfrm>
          <a:custGeom>
            <a:avLst/>
            <a:gdLst/>
            <a:ahLst/>
            <a:cxnLst/>
            <a:rect l="l" t="t" r="r" b="b"/>
            <a:pathLst>
              <a:path w="134162" h="134162">
                <a:moveTo>
                  <a:pt x="134162" y="25155"/>
                </a:moveTo>
                <a:cubicBezTo>
                  <a:pt x="134162" y="38310"/>
                  <a:pt x="118676" y="57936"/>
                  <a:pt x="111994" y="65771"/>
                </a:cubicBezTo>
                <a:cubicBezTo>
                  <a:pt x="110998" y="66924"/>
                  <a:pt x="109531" y="67369"/>
                  <a:pt x="108195" y="67081"/>
                </a:cubicBezTo>
                <a:lnTo>
                  <a:pt x="83851" y="67081"/>
                </a:lnTo>
                <a:cubicBezTo>
                  <a:pt x="79213" y="67081"/>
                  <a:pt x="75466" y="70828"/>
                  <a:pt x="75466" y="75466"/>
                </a:cubicBezTo>
                <a:cubicBezTo>
                  <a:pt x="75466" y="80104"/>
                  <a:pt x="79213" y="83851"/>
                  <a:pt x="83851" y="83851"/>
                </a:cubicBezTo>
                <a:lnTo>
                  <a:pt x="109007" y="83851"/>
                </a:lnTo>
                <a:cubicBezTo>
                  <a:pt x="122895" y="83851"/>
                  <a:pt x="134162" y="95119"/>
                  <a:pt x="134162" y="109007"/>
                </a:cubicBezTo>
                <a:cubicBezTo>
                  <a:pt x="134162" y="122895"/>
                  <a:pt x="122895" y="134162"/>
                  <a:pt x="109007" y="134162"/>
                </a:cubicBezTo>
                <a:lnTo>
                  <a:pt x="36580" y="134162"/>
                </a:lnTo>
                <a:cubicBezTo>
                  <a:pt x="38860" y="131568"/>
                  <a:pt x="41637" y="128240"/>
                  <a:pt x="44441" y="124519"/>
                </a:cubicBezTo>
                <a:cubicBezTo>
                  <a:pt x="46092" y="122318"/>
                  <a:pt x="47795" y="119908"/>
                  <a:pt x="49420" y="117392"/>
                </a:cubicBezTo>
                <a:lnTo>
                  <a:pt x="109007" y="117392"/>
                </a:lnTo>
                <a:cubicBezTo>
                  <a:pt x="113645" y="117392"/>
                  <a:pt x="117392" y="113645"/>
                  <a:pt x="117392" y="109007"/>
                </a:cubicBezTo>
                <a:cubicBezTo>
                  <a:pt x="117392" y="104369"/>
                  <a:pt x="113645" y="100622"/>
                  <a:pt x="109007" y="100622"/>
                </a:cubicBezTo>
                <a:lnTo>
                  <a:pt x="83851" y="100622"/>
                </a:lnTo>
                <a:cubicBezTo>
                  <a:pt x="69964" y="100622"/>
                  <a:pt x="58696" y="89354"/>
                  <a:pt x="58696" y="75466"/>
                </a:cubicBezTo>
                <a:cubicBezTo>
                  <a:pt x="58696" y="61578"/>
                  <a:pt x="69964" y="50311"/>
                  <a:pt x="83851" y="50311"/>
                </a:cubicBezTo>
                <a:lnTo>
                  <a:pt x="94280" y="50311"/>
                </a:lnTo>
                <a:cubicBezTo>
                  <a:pt x="88778" y="42057"/>
                  <a:pt x="83851" y="32571"/>
                  <a:pt x="83851" y="25155"/>
                </a:cubicBezTo>
                <a:cubicBezTo>
                  <a:pt x="83851" y="11268"/>
                  <a:pt x="95119" y="0"/>
                  <a:pt x="109007" y="0"/>
                </a:cubicBezTo>
                <a:cubicBezTo>
                  <a:pt x="122895" y="0"/>
                  <a:pt x="134162" y="11268"/>
                  <a:pt x="134162" y="25155"/>
                </a:cubicBezTo>
                <a:close/>
                <a:moveTo>
                  <a:pt x="30684" y="128162"/>
                </a:moveTo>
                <a:cubicBezTo>
                  <a:pt x="29689" y="129288"/>
                  <a:pt x="28798" y="130284"/>
                  <a:pt x="28038" y="131123"/>
                </a:cubicBezTo>
                <a:lnTo>
                  <a:pt x="27566" y="131647"/>
                </a:lnTo>
                <a:lnTo>
                  <a:pt x="27514" y="131594"/>
                </a:lnTo>
                <a:cubicBezTo>
                  <a:pt x="25942" y="132800"/>
                  <a:pt x="23688" y="132643"/>
                  <a:pt x="22273" y="131123"/>
                </a:cubicBezTo>
                <a:cubicBezTo>
                  <a:pt x="15670" y="123943"/>
                  <a:pt x="0" y="105469"/>
                  <a:pt x="0" y="92237"/>
                </a:cubicBezTo>
                <a:cubicBezTo>
                  <a:pt x="0" y="78349"/>
                  <a:pt x="11268" y="67081"/>
                  <a:pt x="25155" y="67081"/>
                </a:cubicBezTo>
                <a:cubicBezTo>
                  <a:pt x="39043" y="67081"/>
                  <a:pt x="50311" y="78349"/>
                  <a:pt x="50311" y="92237"/>
                </a:cubicBezTo>
                <a:cubicBezTo>
                  <a:pt x="50311" y="100098"/>
                  <a:pt x="44782" y="109793"/>
                  <a:pt x="38912" y="117890"/>
                </a:cubicBezTo>
                <a:cubicBezTo>
                  <a:pt x="36109" y="121742"/>
                  <a:pt x="33226" y="125227"/>
                  <a:pt x="30842" y="127978"/>
                </a:cubicBezTo>
                <a:lnTo>
                  <a:pt x="30684" y="128162"/>
                </a:lnTo>
                <a:close/>
                <a:moveTo>
                  <a:pt x="33541" y="92237"/>
                </a:moveTo>
                <a:cubicBezTo>
                  <a:pt x="33541" y="87609"/>
                  <a:pt x="29783" y="83851"/>
                  <a:pt x="25155" y="83851"/>
                </a:cubicBezTo>
                <a:cubicBezTo>
                  <a:pt x="20528" y="83851"/>
                  <a:pt x="16770" y="87609"/>
                  <a:pt x="16770" y="92237"/>
                </a:cubicBezTo>
                <a:cubicBezTo>
                  <a:pt x="16770" y="96864"/>
                  <a:pt x="20528" y="100622"/>
                  <a:pt x="25155" y="100622"/>
                </a:cubicBezTo>
                <a:cubicBezTo>
                  <a:pt x="29783" y="100622"/>
                  <a:pt x="33541" y="96864"/>
                  <a:pt x="33541" y="92237"/>
                </a:cubicBezTo>
                <a:close/>
                <a:moveTo>
                  <a:pt x="109007" y="33541"/>
                </a:moveTo>
                <a:cubicBezTo>
                  <a:pt x="113635" y="33541"/>
                  <a:pt x="117392" y="29783"/>
                  <a:pt x="117392" y="25155"/>
                </a:cubicBezTo>
                <a:cubicBezTo>
                  <a:pt x="117392" y="20528"/>
                  <a:pt x="113635" y="16770"/>
                  <a:pt x="109007" y="16770"/>
                </a:cubicBezTo>
                <a:cubicBezTo>
                  <a:pt x="104379" y="16770"/>
                  <a:pt x="100622" y="20528"/>
                  <a:pt x="100622" y="25155"/>
                </a:cubicBezTo>
                <a:cubicBezTo>
                  <a:pt x="100622" y="29783"/>
                  <a:pt x="104379" y="33541"/>
                  <a:pt x="109007" y="33541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958865" y="1744110"/>
            <a:ext cx="872055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角色路由分域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24081" y="1978894"/>
            <a:ext cx="392424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三类路由挂载阶段即完成鉴权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3459" y="2347840"/>
            <a:ext cx="4066795" cy="603730"/>
          </a:xfrm>
          <a:custGeom>
            <a:avLst/>
            <a:gdLst/>
            <a:ahLst/>
            <a:cxnLst/>
            <a:rect l="l" t="t" r="r" b="b"/>
            <a:pathLst>
              <a:path w="4066795" h="603730">
                <a:moveTo>
                  <a:pt x="67080" y="0"/>
                </a:moveTo>
                <a:lnTo>
                  <a:pt x="3999715" y="0"/>
                </a:lnTo>
                <a:cubicBezTo>
                  <a:pt x="4036762" y="0"/>
                  <a:pt x="4066795" y="30033"/>
                  <a:pt x="4066795" y="67080"/>
                </a:cubicBezTo>
                <a:lnTo>
                  <a:pt x="4066795" y="536650"/>
                </a:lnTo>
                <a:cubicBezTo>
                  <a:pt x="4066795" y="573697"/>
                  <a:pt x="4036762" y="603730"/>
                  <a:pt x="3999715" y="603730"/>
                </a:cubicBezTo>
                <a:lnTo>
                  <a:pt x="67080" y="603730"/>
                </a:lnTo>
                <a:cubicBezTo>
                  <a:pt x="30033" y="603730"/>
                  <a:pt x="0" y="573697"/>
                  <a:pt x="0" y="536650"/>
                </a:cubicBezTo>
                <a:lnTo>
                  <a:pt x="0" y="67080"/>
                </a:lnTo>
                <a:cubicBezTo>
                  <a:pt x="0" y="30033"/>
                  <a:pt x="30033" y="0"/>
                  <a:pt x="670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757621" y="2482003"/>
            <a:ext cx="100622" cy="134162"/>
          </a:xfrm>
          <a:custGeom>
            <a:avLst/>
            <a:gdLst/>
            <a:ahLst/>
            <a:cxnLst/>
            <a:rect l="l" t="t" r="r" b="b"/>
            <a:pathLst>
              <a:path w="100622" h="134162">
                <a:moveTo>
                  <a:pt x="33541" y="25155"/>
                </a:moveTo>
                <a:lnTo>
                  <a:pt x="33541" y="41926"/>
                </a:lnTo>
                <a:lnTo>
                  <a:pt x="67081" y="41926"/>
                </a:lnTo>
                <a:lnTo>
                  <a:pt x="67081" y="25155"/>
                </a:lnTo>
                <a:cubicBezTo>
                  <a:pt x="67081" y="15906"/>
                  <a:pt x="59561" y="8385"/>
                  <a:pt x="50311" y="8385"/>
                </a:cubicBezTo>
                <a:cubicBezTo>
                  <a:pt x="41061" y="8385"/>
                  <a:pt x="33541" y="15906"/>
                  <a:pt x="33541" y="25155"/>
                </a:cubicBezTo>
                <a:close/>
                <a:moveTo>
                  <a:pt x="16770" y="41926"/>
                </a:moveTo>
                <a:lnTo>
                  <a:pt x="16770" y="25155"/>
                </a:lnTo>
                <a:cubicBezTo>
                  <a:pt x="16770" y="6630"/>
                  <a:pt x="31785" y="-8385"/>
                  <a:pt x="50311" y="-8385"/>
                </a:cubicBezTo>
                <a:cubicBezTo>
                  <a:pt x="68837" y="-8385"/>
                  <a:pt x="83851" y="6630"/>
                  <a:pt x="83851" y="25155"/>
                </a:cubicBezTo>
                <a:lnTo>
                  <a:pt x="83851" y="41926"/>
                </a:lnTo>
                <a:cubicBezTo>
                  <a:pt x="93101" y="41926"/>
                  <a:pt x="100622" y="49446"/>
                  <a:pt x="100622" y="58696"/>
                </a:cubicBezTo>
                <a:lnTo>
                  <a:pt x="100622" y="117392"/>
                </a:lnTo>
                <a:cubicBezTo>
                  <a:pt x="100622" y="126642"/>
                  <a:pt x="93101" y="134162"/>
                  <a:pt x="83851" y="134162"/>
                </a:cubicBezTo>
                <a:lnTo>
                  <a:pt x="16770" y="134162"/>
                </a:lnTo>
                <a:cubicBezTo>
                  <a:pt x="7520" y="134162"/>
                  <a:pt x="0" y="126642"/>
                  <a:pt x="0" y="117392"/>
                </a:cubicBezTo>
                <a:lnTo>
                  <a:pt x="0" y="58696"/>
                </a:lnTo>
                <a:cubicBezTo>
                  <a:pt x="0" y="49446"/>
                  <a:pt x="7520" y="41926"/>
                  <a:pt x="16770" y="41926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958865" y="2448463"/>
            <a:ext cx="1815330" cy="17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+ bcrypt 双重安全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24081" y="2683246"/>
            <a:ext cx="392424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Bearer校验 + bcrypt.hash(10)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623459" y="3052193"/>
            <a:ext cx="4066795" cy="603730"/>
          </a:xfrm>
          <a:custGeom>
            <a:avLst/>
            <a:gdLst/>
            <a:ahLst/>
            <a:cxnLst/>
            <a:rect l="l" t="t" r="r" b="b"/>
            <a:pathLst>
              <a:path w="4066795" h="603730">
                <a:moveTo>
                  <a:pt x="67080" y="0"/>
                </a:moveTo>
                <a:lnTo>
                  <a:pt x="3999715" y="0"/>
                </a:lnTo>
                <a:cubicBezTo>
                  <a:pt x="4036762" y="0"/>
                  <a:pt x="4066795" y="30033"/>
                  <a:pt x="4066795" y="67080"/>
                </a:cubicBezTo>
                <a:lnTo>
                  <a:pt x="4066795" y="536650"/>
                </a:lnTo>
                <a:cubicBezTo>
                  <a:pt x="4066795" y="573697"/>
                  <a:pt x="4036762" y="603730"/>
                  <a:pt x="3999715" y="603730"/>
                </a:cubicBezTo>
                <a:lnTo>
                  <a:pt x="67080" y="603730"/>
                </a:lnTo>
                <a:cubicBezTo>
                  <a:pt x="30033" y="603730"/>
                  <a:pt x="0" y="573697"/>
                  <a:pt x="0" y="536650"/>
                </a:cubicBezTo>
                <a:lnTo>
                  <a:pt x="0" y="67080"/>
                </a:lnTo>
                <a:cubicBezTo>
                  <a:pt x="0" y="30033"/>
                  <a:pt x="30033" y="0"/>
                  <a:pt x="670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7749236" y="3186355"/>
            <a:ext cx="117392" cy="134162"/>
          </a:xfrm>
          <a:custGeom>
            <a:avLst/>
            <a:gdLst/>
            <a:ahLst/>
            <a:cxnLst/>
            <a:rect l="l" t="t" r="r" b="b"/>
            <a:pathLst>
              <a:path w="117392" h="134162">
                <a:moveTo>
                  <a:pt x="58696" y="0"/>
                </a:moveTo>
                <a:cubicBezTo>
                  <a:pt x="54058" y="0"/>
                  <a:pt x="50311" y="3747"/>
                  <a:pt x="50311" y="8385"/>
                </a:cubicBezTo>
                <a:lnTo>
                  <a:pt x="50311" y="9224"/>
                </a:lnTo>
                <a:cubicBezTo>
                  <a:pt x="31182" y="13102"/>
                  <a:pt x="16770" y="30029"/>
                  <a:pt x="16770" y="50311"/>
                </a:cubicBezTo>
                <a:lnTo>
                  <a:pt x="16770" y="55997"/>
                </a:lnTo>
                <a:cubicBezTo>
                  <a:pt x="16770" y="68601"/>
                  <a:pt x="12473" y="80838"/>
                  <a:pt x="4612" y="90691"/>
                </a:cubicBezTo>
                <a:lnTo>
                  <a:pt x="2044" y="93887"/>
                </a:lnTo>
                <a:cubicBezTo>
                  <a:pt x="707" y="95538"/>
                  <a:pt x="0" y="97582"/>
                  <a:pt x="0" y="99705"/>
                </a:cubicBezTo>
                <a:cubicBezTo>
                  <a:pt x="0" y="104841"/>
                  <a:pt x="4166" y="109007"/>
                  <a:pt x="9302" y="109007"/>
                </a:cubicBezTo>
                <a:lnTo>
                  <a:pt x="108064" y="109007"/>
                </a:lnTo>
                <a:cubicBezTo>
                  <a:pt x="113199" y="109007"/>
                  <a:pt x="117366" y="104841"/>
                  <a:pt x="117366" y="99705"/>
                </a:cubicBezTo>
                <a:cubicBezTo>
                  <a:pt x="117366" y="97582"/>
                  <a:pt x="116658" y="95538"/>
                  <a:pt x="115322" y="93887"/>
                </a:cubicBezTo>
                <a:lnTo>
                  <a:pt x="112754" y="90691"/>
                </a:lnTo>
                <a:cubicBezTo>
                  <a:pt x="104919" y="80838"/>
                  <a:pt x="100622" y="68601"/>
                  <a:pt x="100622" y="55997"/>
                </a:cubicBezTo>
                <a:lnTo>
                  <a:pt x="100622" y="50311"/>
                </a:lnTo>
                <a:cubicBezTo>
                  <a:pt x="100622" y="30029"/>
                  <a:pt x="86210" y="13102"/>
                  <a:pt x="67081" y="9224"/>
                </a:cubicBezTo>
                <a:lnTo>
                  <a:pt x="67081" y="8385"/>
                </a:lnTo>
                <a:cubicBezTo>
                  <a:pt x="67081" y="3747"/>
                  <a:pt x="63334" y="0"/>
                  <a:pt x="58696" y="0"/>
                </a:cubicBezTo>
                <a:close/>
                <a:moveTo>
                  <a:pt x="42450" y="121585"/>
                </a:moveTo>
                <a:cubicBezTo>
                  <a:pt x="44310" y="128817"/>
                  <a:pt x="50887" y="134162"/>
                  <a:pt x="58696" y="134162"/>
                </a:cubicBezTo>
                <a:cubicBezTo>
                  <a:pt x="66505" y="134162"/>
                  <a:pt x="73082" y="128817"/>
                  <a:pt x="74942" y="121585"/>
                </a:cubicBezTo>
                <a:lnTo>
                  <a:pt x="42450" y="121585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958865" y="3152814"/>
            <a:ext cx="872055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通知驱动闭环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724081" y="3387598"/>
            <a:ext cx="392424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状态变更自动触发notificationService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23459" y="3756545"/>
            <a:ext cx="4066795" cy="603730"/>
          </a:xfrm>
          <a:custGeom>
            <a:avLst/>
            <a:gdLst/>
            <a:ahLst/>
            <a:cxnLst/>
            <a:rect l="l" t="t" r="r" b="b"/>
            <a:pathLst>
              <a:path w="4066795" h="603730">
                <a:moveTo>
                  <a:pt x="67080" y="0"/>
                </a:moveTo>
                <a:lnTo>
                  <a:pt x="3999715" y="0"/>
                </a:lnTo>
                <a:cubicBezTo>
                  <a:pt x="4036762" y="0"/>
                  <a:pt x="4066795" y="30033"/>
                  <a:pt x="4066795" y="67080"/>
                </a:cubicBezTo>
                <a:lnTo>
                  <a:pt x="4066795" y="536650"/>
                </a:lnTo>
                <a:cubicBezTo>
                  <a:pt x="4066795" y="573697"/>
                  <a:pt x="4036762" y="603730"/>
                  <a:pt x="3999715" y="603730"/>
                </a:cubicBezTo>
                <a:lnTo>
                  <a:pt x="67080" y="603730"/>
                </a:lnTo>
                <a:cubicBezTo>
                  <a:pt x="30033" y="603730"/>
                  <a:pt x="0" y="573697"/>
                  <a:pt x="0" y="536650"/>
                </a:cubicBezTo>
                <a:lnTo>
                  <a:pt x="0" y="67080"/>
                </a:lnTo>
                <a:cubicBezTo>
                  <a:pt x="0" y="30033"/>
                  <a:pt x="30033" y="0"/>
                  <a:pt x="670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7740851" y="3890707"/>
            <a:ext cx="134162" cy="134162"/>
          </a:xfrm>
          <a:custGeom>
            <a:avLst/>
            <a:gdLst/>
            <a:ahLst/>
            <a:cxnLst/>
            <a:rect l="l" t="t" r="r" b="b"/>
            <a:pathLst>
              <a:path w="134162" h="134162">
                <a:moveTo>
                  <a:pt x="131699" y="39463"/>
                </a:moveTo>
                <a:lnTo>
                  <a:pt x="106544" y="64618"/>
                </a:lnTo>
                <a:cubicBezTo>
                  <a:pt x="104133" y="67029"/>
                  <a:pt x="100543" y="67736"/>
                  <a:pt x="97399" y="66426"/>
                </a:cubicBezTo>
                <a:cubicBezTo>
                  <a:pt x="94254" y="65116"/>
                  <a:pt x="92237" y="62076"/>
                  <a:pt x="92237" y="58696"/>
                </a:cubicBezTo>
                <a:lnTo>
                  <a:pt x="92237" y="41926"/>
                </a:lnTo>
                <a:lnTo>
                  <a:pt x="8385" y="41926"/>
                </a:lnTo>
                <a:cubicBezTo>
                  <a:pt x="3747" y="41926"/>
                  <a:pt x="0" y="38179"/>
                  <a:pt x="0" y="33541"/>
                </a:cubicBezTo>
                <a:cubicBezTo>
                  <a:pt x="0" y="28903"/>
                  <a:pt x="3747" y="25155"/>
                  <a:pt x="8385" y="25155"/>
                </a:cubicBezTo>
                <a:lnTo>
                  <a:pt x="92237" y="25155"/>
                </a:lnTo>
                <a:lnTo>
                  <a:pt x="92237" y="8385"/>
                </a:lnTo>
                <a:cubicBezTo>
                  <a:pt x="92237" y="5005"/>
                  <a:pt x="94280" y="1939"/>
                  <a:pt x="97425" y="629"/>
                </a:cubicBezTo>
                <a:cubicBezTo>
                  <a:pt x="100569" y="-681"/>
                  <a:pt x="104159" y="52"/>
                  <a:pt x="106570" y="2437"/>
                </a:cubicBezTo>
                <a:lnTo>
                  <a:pt x="131725" y="27592"/>
                </a:lnTo>
                <a:cubicBezTo>
                  <a:pt x="135001" y="30868"/>
                  <a:pt x="135001" y="36187"/>
                  <a:pt x="131725" y="39463"/>
                </a:cubicBezTo>
                <a:close/>
                <a:moveTo>
                  <a:pt x="27592" y="131699"/>
                </a:moveTo>
                <a:lnTo>
                  <a:pt x="2437" y="106544"/>
                </a:lnTo>
                <a:cubicBezTo>
                  <a:pt x="-839" y="103268"/>
                  <a:pt x="-839" y="97949"/>
                  <a:pt x="2437" y="94674"/>
                </a:cubicBezTo>
                <a:lnTo>
                  <a:pt x="27592" y="69518"/>
                </a:lnTo>
                <a:cubicBezTo>
                  <a:pt x="30003" y="67107"/>
                  <a:pt x="33593" y="66400"/>
                  <a:pt x="36737" y="67710"/>
                </a:cubicBezTo>
                <a:cubicBezTo>
                  <a:pt x="39882" y="69020"/>
                  <a:pt x="41926" y="72086"/>
                  <a:pt x="41926" y="75466"/>
                </a:cubicBezTo>
                <a:lnTo>
                  <a:pt x="41926" y="92237"/>
                </a:lnTo>
                <a:lnTo>
                  <a:pt x="125777" y="92237"/>
                </a:lnTo>
                <a:cubicBezTo>
                  <a:pt x="130415" y="92237"/>
                  <a:pt x="134162" y="95984"/>
                  <a:pt x="134162" y="100622"/>
                </a:cubicBezTo>
                <a:cubicBezTo>
                  <a:pt x="134162" y="105260"/>
                  <a:pt x="130415" y="109007"/>
                  <a:pt x="125777" y="109007"/>
                </a:cubicBezTo>
                <a:lnTo>
                  <a:pt x="41926" y="109007"/>
                </a:lnTo>
                <a:lnTo>
                  <a:pt x="41926" y="125777"/>
                </a:lnTo>
                <a:cubicBezTo>
                  <a:pt x="41926" y="129157"/>
                  <a:pt x="39882" y="132223"/>
                  <a:pt x="36737" y="133533"/>
                </a:cubicBezTo>
                <a:cubicBezTo>
                  <a:pt x="33593" y="134844"/>
                  <a:pt x="30003" y="134110"/>
                  <a:pt x="27592" y="131725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7958865" y="3857166"/>
            <a:ext cx="872055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接口双模兼容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24081" y="4091950"/>
            <a:ext cx="392424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全量+分页双模,旧调用零改造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55756" y="4662140"/>
            <a:ext cx="4402201" cy="1861502"/>
          </a:xfrm>
          <a:custGeom>
            <a:avLst/>
            <a:gdLst/>
            <a:ahLst/>
            <a:cxnLst/>
            <a:rect l="l" t="t" r="r" b="b"/>
            <a:pathLst>
              <a:path w="4402201" h="1861502">
                <a:moveTo>
                  <a:pt x="100614" y="0"/>
                </a:moveTo>
                <a:lnTo>
                  <a:pt x="4301587" y="0"/>
                </a:lnTo>
                <a:cubicBezTo>
                  <a:pt x="4357154" y="0"/>
                  <a:pt x="4402201" y="45047"/>
                  <a:pt x="4402201" y="100614"/>
                </a:cubicBezTo>
                <a:lnTo>
                  <a:pt x="4402201" y="1760888"/>
                </a:lnTo>
                <a:cubicBezTo>
                  <a:pt x="4402201" y="1816456"/>
                  <a:pt x="4357154" y="1861502"/>
                  <a:pt x="4301587" y="1861502"/>
                </a:cubicBezTo>
                <a:lnTo>
                  <a:pt x="100614" y="1861502"/>
                </a:lnTo>
                <a:cubicBezTo>
                  <a:pt x="45047" y="1861502"/>
                  <a:pt x="0" y="1816456"/>
                  <a:pt x="0" y="1760888"/>
                </a:cubicBezTo>
                <a:lnTo>
                  <a:pt x="0" y="100614"/>
                </a:lnTo>
                <a:cubicBezTo>
                  <a:pt x="0" y="45084"/>
                  <a:pt x="45084" y="0"/>
                  <a:pt x="100614" y="0"/>
                </a:cubicBezTo>
                <a:close/>
              </a:path>
            </a:pathLst>
          </a:custGeom>
          <a:solidFill>
            <a:srgbClr val="0E1F3D"/>
          </a:solidFill>
          <a:ln/>
          <a:effectLst>
            <a:outerShdw blurRad="50311" dist="3354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7589919" y="4796303"/>
            <a:ext cx="4192572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路由挂载示例</a:t>
            </a:r>
            <a:endParaRPr lang="en-US" sz="1600" dirty="0"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06F16A83-9092-F69D-F6CD-49D0F6A50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73" y="1110193"/>
            <a:ext cx="7135880" cy="5417647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1BCD3B40-7679-6BC8-4F6D-AEF53B77F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071" y="4964007"/>
            <a:ext cx="3521886" cy="15710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27">
            <a:extLst>
              <a:ext uri="{FF2B5EF4-FFF2-40B4-BE49-F238E27FC236}">
                <a16:creationId xmlns:a16="http://schemas.microsoft.com/office/drawing/2014/main" id="{A5414F41-3532-9984-B861-4F55F1A210AE}"/>
              </a:ext>
            </a:extLst>
          </p:cNvPr>
          <p:cNvSpPr/>
          <p:nvPr/>
        </p:nvSpPr>
        <p:spPr>
          <a:xfrm>
            <a:off x="335302" y="1196605"/>
            <a:ext cx="5655859" cy="2320909"/>
          </a:xfrm>
          <a:custGeom>
            <a:avLst/>
            <a:gdLst/>
            <a:ahLst/>
            <a:cxnLst/>
            <a:rect l="l" t="t" r="r" b="b"/>
            <a:pathLst>
              <a:path w="5655859" h="2320909">
                <a:moveTo>
                  <a:pt x="108456" y="0"/>
                </a:moveTo>
                <a:lnTo>
                  <a:pt x="5547403" y="0"/>
                </a:lnTo>
                <a:cubicBezTo>
                  <a:pt x="5607301" y="0"/>
                  <a:pt x="5655859" y="48557"/>
                  <a:pt x="5655859" y="108456"/>
                </a:cubicBezTo>
                <a:lnTo>
                  <a:pt x="5655859" y="2212452"/>
                </a:lnTo>
                <a:cubicBezTo>
                  <a:pt x="5655859" y="2272351"/>
                  <a:pt x="5607301" y="2320909"/>
                  <a:pt x="5547403" y="2320909"/>
                </a:cubicBezTo>
                <a:lnTo>
                  <a:pt x="108456" y="2320909"/>
                </a:lnTo>
                <a:cubicBezTo>
                  <a:pt x="48557" y="2320909"/>
                  <a:pt x="0" y="2272351"/>
                  <a:pt x="0" y="2212452"/>
                </a:cubicBezTo>
                <a:lnTo>
                  <a:pt x="0" y="108456"/>
                </a:lnTo>
                <a:cubicBezTo>
                  <a:pt x="0" y="48598"/>
                  <a:pt x="48598" y="0"/>
                  <a:pt x="10845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9A9FF">
                <a:alpha val="20000"/>
              </a:srgbClr>
            </a:solidFill>
            <a:prstDash val="solid"/>
          </a:ln>
          <a:effectLst>
            <a:outerShdw blurRad="54227" dist="361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361512" y="361512"/>
            <a:ext cx="72302" cy="361512"/>
          </a:xfrm>
          <a:custGeom>
            <a:avLst/>
            <a:gdLst/>
            <a:ahLst/>
            <a:cxnLst/>
            <a:rect l="l" t="t" r="r" b="b"/>
            <a:pathLst>
              <a:path w="72302" h="36151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25361"/>
                </a:lnTo>
                <a:cubicBezTo>
                  <a:pt x="72302" y="345327"/>
                  <a:pt x="56117" y="361512"/>
                  <a:pt x="36151" y="361512"/>
                </a:cubicBezTo>
                <a:lnTo>
                  <a:pt x="36151" y="361512"/>
                </a:lnTo>
                <a:cubicBezTo>
                  <a:pt x="16185" y="361512"/>
                  <a:pt x="0" y="345327"/>
                  <a:pt x="0" y="32536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2268" y="361512"/>
            <a:ext cx="5178663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2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服务端技术实现: 状态机与规则集中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2268" y="795327"/>
            <a:ext cx="1136956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STATE MACHINE &amp; BUSINESS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6277" y="1390013"/>
            <a:ext cx="122010" cy="162681"/>
          </a:xfrm>
          <a:custGeom>
            <a:avLst/>
            <a:gdLst/>
            <a:ahLst/>
            <a:cxnLst/>
            <a:rect l="l" t="t" r="r" b="b"/>
            <a:pathLst>
              <a:path w="122010" h="162681">
                <a:moveTo>
                  <a:pt x="4448" y="699"/>
                </a:moveTo>
                <a:cubicBezTo>
                  <a:pt x="7149" y="-540"/>
                  <a:pt x="10326" y="-95"/>
                  <a:pt x="12582" y="1843"/>
                </a:cubicBezTo>
                <a:lnTo>
                  <a:pt x="25419" y="12837"/>
                </a:lnTo>
                <a:lnTo>
                  <a:pt x="38255" y="1843"/>
                </a:lnTo>
                <a:cubicBezTo>
                  <a:pt x="41115" y="-604"/>
                  <a:pt x="45341" y="-604"/>
                  <a:pt x="48169" y="1843"/>
                </a:cubicBezTo>
                <a:lnTo>
                  <a:pt x="61005" y="12837"/>
                </a:lnTo>
                <a:lnTo>
                  <a:pt x="73842" y="1843"/>
                </a:lnTo>
                <a:cubicBezTo>
                  <a:pt x="76701" y="-604"/>
                  <a:pt x="80895" y="-604"/>
                  <a:pt x="83755" y="1843"/>
                </a:cubicBezTo>
                <a:lnTo>
                  <a:pt x="96592" y="12837"/>
                </a:lnTo>
                <a:lnTo>
                  <a:pt x="109428" y="1843"/>
                </a:lnTo>
                <a:cubicBezTo>
                  <a:pt x="111684" y="-95"/>
                  <a:pt x="114861" y="-540"/>
                  <a:pt x="117562" y="699"/>
                </a:cubicBezTo>
                <a:cubicBezTo>
                  <a:pt x="120263" y="1938"/>
                  <a:pt x="122010" y="4639"/>
                  <a:pt x="122010" y="7626"/>
                </a:cubicBezTo>
                <a:lnTo>
                  <a:pt x="122010" y="155055"/>
                </a:lnTo>
                <a:cubicBezTo>
                  <a:pt x="122010" y="158042"/>
                  <a:pt x="120263" y="160742"/>
                  <a:pt x="117562" y="161981"/>
                </a:cubicBezTo>
                <a:cubicBezTo>
                  <a:pt x="114861" y="163221"/>
                  <a:pt x="111684" y="162776"/>
                  <a:pt x="109428" y="160838"/>
                </a:cubicBezTo>
                <a:lnTo>
                  <a:pt x="96592" y="149844"/>
                </a:lnTo>
                <a:lnTo>
                  <a:pt x="83755" y="160838"/>
                </a:lnTo>
                <a:cubicBezTo>
                  <a:pt x="80895" y="163284"/>
                  <a:pt x="76701" y="163284"/>
                  <a:pt x="73842" y="160838"/>
                </a:cubicBezTo>
                <a:lnTo>
                  <a:pt x="61005" y="149844"/>
                </a:lnTo>
                <a:lnTo>
                  <a:pt x="48169" y="160838"/>
                </a:lnTo>
                <a:cubicBezTo>
                  <a:pt x="45309" y="163284"/>
                  <a:pt x="41083" y="163284"/>
                  <a:pt x="38255" y="160838"/>
                </a:cubicBezTo>
                <a:lnTo>
                  <a:pt x="25419" y="149844"/>
                </a:lnTo>
                <a:lnTo>
                  <a:pt x="12582" y="160838"/>
                </a:lnTo>
                <a:cubicBezTo>
                  <a:pt x="10326" y="162776"/>
                  <a:pt x="7149" y="163221"/>
                  <a:pt x="4448" y="161981"/>
                </a:cubicBezTo>
                <a:cubicBezTo>
                  <a:pt x="1748" y="160742"/>
                  <a:pt x="0" y="158042"/>
                  <a:pt x="0" y="155055"/>
                </a:cubicBezTo>
                <a:lnTo>
                  <a:pt x="0" y="7626"/>
                </a:lnTo>
                <a:cubicBezTo>
                  <a:pt x="0" y="4639"/>
                  <a:pt x="1748" y="1938"/>
                  <a:pt x="4448" y="699"/>
                </a:cubicBezTo>
                <a:close/>
                <a:moveTo>
                  <a:pt x="33044" y="43212"/>
                </a:moveTo>
                <a:cubicBezTo>
                  <a:pt x="28819" y="43212"/>
                  <a:pt x="25419" y="46612"/>
                  <a:pt x="25419" y="50838"/>
                </a:cubicBezTo>
                <a:cubicBezTo>
                  <a:pt x="25419" y="55064"/>
                  <a:pt x="28819" y="58463"/>
                  <a:pt x="33044" y="58463"/>
                </a:cubicBezTo>
                <a:lnTo>
                  <a:pt x="88966" y="58463"/>
                </a:lnTo>
                <a:cubicBezTo>
                  <a:pt x="93192" y="58463"/>
                  <a:pt x="96592" y="55064"/>
                  <a:pt x="96592" y="50838"/>
                </a:cubicBezTo>
                <a:cubicBezTo>
                  <a:pt x="96592" y="46612"/>
                  <a:pt x="93192" y="43212"/>
                  <a:pt x="88966" y="43212"/>
                </a:cubicBezTo>
                <a:lnTo>
                  <a:pt x="33044" y="43212"/>
                </a:lnTo>
                <a:close/>
                <a:moveTo>
                  <a:pt x="25419" y="111843"/>
                </a:moveTo>
                <a:cubicBezTo>
                  <a:pt x="25419" y="116069"/>
                  <a:pt x="28819" y="119468"/>
                  <a:pt x="33044" y="119468"/>
                </a:cubicBezTo>
                <a:lnTo>
                  <a:pt x="88966" y="119468"/>
                </a:lnTo>
                <a:cubicBezTo>
                  <a:pt x="93192" y="119468"/>
                  <a:pt x="96592" y="116069"/>
                  <a:pt x="96592" y="111843"/>
                </a:cubicBezTo>
                <a:cubicBezTo>
                  <a:pt x="96592" y="107617"/>
                  <a:pt x="93192" y="104217"/>
                  <a:pt x="88966" y="104217"/>
                </a:cubicBezTo>
                <a:lnTo>
                  <a:pt x="33044" y="104217"/>
                </a:lnTo>
                <a:cubicBezTo>
                  <a:pt x="28819" y="104217"/>
                  <a:pt x="25419" y="107617"/>
                  <a:pt x="25419" y="111843"/>
                </a:cubicBezTo>
                <a:close/>
                <a:moveTo>
                  <a:pt x="33044" y="73715"/>
                </a:moveTo>
                <a:cubicBezTo>
                  <a:pt x="28819" y="73715"/>
                  <a:pt x="25419" y="77114"/>
                  <a:pt x="25419" y="81340"/>
                </a:cubicBezTo>
                <a:cubicBezTo>
                  <a:pt x="25419" y="85566"/>
                  <a:pt x="28819" y="88966"/>
                  <a:pt x="33044" y="88966"/>
                </a:cubicBezTo>
                <a:lnTo>
                  <a:pt x="88966" y="88966"/>
                </a:lnTo>
                <a:cubicBezTo>
                  <a:pt x="93192" y="88966"/>
                  <a:pt x="96592" y="85566"/>
                  <a:pt x="96592" y="81340"/>
                </a:cubicBezTo>
                <a:cubicBezTo>
                  <a:pt x="96592" y="77114"/>
                  <a:pt x="93192" y="73715"/>
                  <a:pt x="88966" y="73715"/>
                </a:cubicBezTo>
                <a:lnTo>
                  <a:pt x="33044" y="73715"/>
                </a:ln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21217" y="1344824"/>
            <a:ext cx="523289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订单状态机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0841" y="1196605"/>
            <a:ext cx="5655859" cy="2320909"/>
          </a:xfrm>
          <a:custGeom>
            <a:avLst/>
            <a:gdLst/>
            <a:ahLst/>
            <a:cxnLst/>
            <a:rect l="l" t="t" r="r" b="b"/>
            <a:pathLst>
              <a:path w="5655859" h="2320909">
                <a:moveTo>
                  <a:pt x="108456" y="0"/>
                </a:moveTo>
                <a:lnTo>
                  <a:pt x="5547403" y="0"/>
                </a:lnTo>
                <a:cubicBezTo>
                  <a:pt x="5607301" y="0"/>
                  <a:pt x="5655859" y="48557"/>
                  <a:pt x="5655859" y="108456"/>
                </a:cubicBezTo>
                <a:lnTo>
                  <a:pt x="5655859" y="2212452"/>
                </a:lnTo>
                <a:cubicBezTo>
                  <a:pt x="5655859" y="2272351"/>
                  <a:pt x="5607301" y="2320909"/>
                  <a:pt x="5547403" y="2320909"/>
                </a:cubicBezTo>
                <a:lnTo>
                  <a:pt x="108456" y="2320909"/>
                </a:lnTo>
                <a:cubicBezTo>
                  <a:pt x="48557" y="2320909"/>
                  <a:pt x="0" y="2272351"/>
                  <a:pt x="0" y="2212452"/>
                </a:cubicBezTo>
                <a:lnTo>
                  <a:pt x="0" y="108456"/>
                </a:lnTo>
                <a:cubicBezTo>
                  <a:pt x="0" y="48598"/>
                  <a:pt x="48598" y="0"/>
                  <a:pt x="10845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9A9FF">
                <a:alpha val="20000"/>
              </a:srgbClr>
            </a:solidFill>
            <a:prstDash val="solid"/>
          </a:ln>
          <a:effectLst>
            <a:outerShdw blurRad="54227" dist="361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344201" y="1390013"/>
            <a:ext cx="162681" cy="162681"/>
          </a:xfrm>
          <a:custGeom>
            <a:avLst/>
            <a:gdLst/>
            <a:ahLst/>
            <a:cxnLst/>
            <a:rect l="l" t="t" r="r" b="b"/>
            <a:pathLst>
              <a:path w="162681" h="162681">
                <a:moveTo>
                  <a:pt x="5084" y="7626"/>
                </a:moveTo>
                <a:cubicBezTo>
                  <a:pt x="5084" y="3400"/>
                  <a:pt x="8484" y="0"/>
                  <a:pt x="12709" y="0"/>
                </a:cubicBezTo>
                <a:lnTo>
                  <a:pt x="149971" y="0"/>
                </a:lnTo>
                <a:cubicBezTo>
                  <a:pt x="154197" y="0"/>
                  <a:pt x="157597" y="3400"/>
                  <a:pt x="157597" y="7626"/>
                </a:cubicBezTo>
                <a:cubicBezTo>
                  <a:pt x="157597" y="11852"/>
                  <a:pt x="154197" y="15251"/>
                  <a:pt x="149971" y="15251"/>
                </a:cubicBezTo>
                <a:lnTo>
                  <a:pt x="147429" y="15251"/>
                </a:lnTo>
                <a:lnTo>
                  <a:pt x="147429" y="147429"/>
                </a:lnTo>
                <a:lnTo>
                  <a:pt x="149971" y="147429"/>
                </a:lnTo>
                <a:cubicBezTo>
                  <a:pt x="154197" y="147429"/>
                  <a:pt x="157597" y="150829"/>
                  <a:pt x="157597" y="155055"/>
                </a:cubicBezTo>
                <a:cubicBezTo>
                  <a:pt x="157597" y="159281"/>
                  <a:pt x="154197" y="162681"/>
                  <a:pt x="149971" y="162681"/>
                </a:cubicBezTo>
                <a:lnTo>
                  <a:pt x="12709" y="162681"/>
                </a:lnTo>
                <a:cubicBezTo>
                  <a:pt x="8484" y="162681"/>
                  <a:pt x="5084" y="159281"/>
                  <a:pt x="5084" y="155055"/>
                </a:cubicBezTo>
                <a:cubicBezTo>
                  <a:pt x="5084" y="150829"/>
                  <a:pt x="8484" y="147429"/>
                  <a:pt x="12709" y="147429"/>
                </a:cubicBezTo>
                <a:lnTo>
                  <a:pt x="15251" y="147429"/>
                </a:lnTo>
                <a:lnTo>
                  <a:pt x="15251" y="15251"/>
                </a:lnTo>
                <a:lnTo>
                  <a:pt x="12709" y="15251"/>
                </a:lnTo>
                <a:cubicBezTo>
                  <a:pt x="8484" y="15251"/>
                  <a:pt x="5084" y="11852"/>
                  <a:pt x="5084" y="7626"/>
                </a:cubicBezTo>
                <a:close/>
                <a:moveTo>
                  <a:pt x="71173" y="35586"/>
                </a:moveTo>
                <a:lnTo>
                  <a:pt x="71173" y="45754"/>
                </a:lnTo>
                <a:cubicBezTo>
                  <a:pt x="71173" y="48550"/>
                  <a:pt x="73460" y="50838"/>
                  <a:pt x="76256" y="50838"/>
                </a:cubicBezTo>
                <a:lnTo>
                  <a:pt x="86424" y="50838"/>
                </a:lnTo>
                <a:cubicBezTo>
                  <a:pt x="89220" y="50838"/>
                  <a:pt x="91508" y="48550"/>
                  <a:pt x="91508" y="45754"/>
                </a:cubicBezTo>
                <a:lnTo>
                  <a:pt x="91508" y="35586"/>
                </a:lnTo>
                <a:cubicBezTo>
                  <a:pt x="91508" y="32790"/>
                  <a:pt x="89220" y="30503"/>
                  <a:pt x="86424" y="30503"/>
                </a:cubicBezTo>
                <a:lnTo>
                  <a:pt x="76256" y="30503"/>
                </a:lnTo>
                <a:cubicBezTo>
                  <a:pt x="73460" y="30503"/>
                  <a:pt x="71173" y="32790"/>
                  <a:pt x="71173" y="35586"/>
                </a:cubicBezTo>
                <a:close/>
                <a:moveTo>
                  <a:pt x="40670" y="30503"/>
                </a:moveTo>
                <a:cubicBezTo>
                  <a:pt x="37874" y="30503"/>
                  <a:pt x="35586" y="32790"/>
                  <a:pt x="35586" y="35586"/>
                </a:cubicBezTo>
                <a:lnTo>
                  <a:pt x="35586" y="45754"/>
                </a:lnTo>
                <a:cubicBezTo>
                  <a:pt x="35586" y="48550"/>
                  <a:pt x="37874" y="50838"/>
                  <a:pt x="40670" y="50838"/>
                </a:cubicBezTo>
                <a:lnTo>
                  <a:pt x="50838" y="50838"/>
                </a:lnTo>
                <a:cubicBezTo>
                  <a:pt x="53634" y="50838"/>
                  <a:pt x="55921" y="48550"/>
                  <a:pt x="55921" y="45754"/>
                </a:cubicBezTo>
                <a:lnTo>
                  <a:pt x="55921" y="35586"/>
                </a:lnTo>
                <a:cubicBezTo>
                  <a:pt x="55921" y="32790"/>
                  <a:pt x="53634" y="30503"/>
                  <a:pt x="50838" y="30503"/>
                </a:cubicBezTo>
                <a:lnTo>
                  <a:pt x="40670" y="30503"/>
                </a:lnTo>
                <a:close/>
                <a:moveTo>
                  <a:pt x="71173" y="66089"/>
                </a:moveTo>
                <a:lnTo>
                  <a:pt x="71173" y="76256"/>
                </a:lnTo>
                <a:cubicBezTo>
                  <a:pt x="71173" y="79053"/>
                  <a:pt x="73460" y="81340"/>
                  <a:pt x="76256" y="81340"/>
                </a:cubicBezTo>
                <a:lnTo>
                  <a:pt x="86424" y="81340"/>
                </a:lnTo>
                <a:cubicBezTo>
                  <a:pt x="89220" y="81340"/>
                  <a:pt x="91508" y="79053"/>
                  <a:pt x="91508" y="76256"/>
                </a:cubicBezTo>
                <a:lnTo>
                  <a:pt x="91508" y="66089"/>
                </a:lnTo>
                <a:cubicBezTo>
                  <a:pt x="91508" y="63293"/>
                  <a:pt x="89220" y="61005"/>
                  <a:pt x="86424" y="61005"/>
                </a:cubicBezTo>
                <a:lnTo>
                  <a:pt x="76256" y="61005"/>
                </a:lnTo>
                <a:cubicBezTo>
                  <a:pt x="73460" y="61005"/>
                  <a:pt x="71173" y="63293"/>
                  <a:pt x="71173" y="66089"/>
                </a:cubicBezTo>
                <a:close/>
                <a:moveTo>
                  <a:pt x="111843" y="30503"/>
                </a:moveTo>
                <a:cubicBezTo>
                  <a:pt x="109047" y="30503"/>
                  <a:pt x="106759" y="32790"/>
                  <a:pt x="106759" y="35586"/>
                </a:cubicBezTo>
                <a:lnTo>
                  <a:pt x="106759" y="45754"/>
                </a:lnTo>
                <a:cubicBezTo>
                  <a:pt x="106759" y="48550"/>
                  <a:pt x="109047" y="50838"/>
                  <a:pt x="111843" y="50838"/>
                </a:cubicBezTo>
                <a:lnTo>
                  <a:pt x="122010" y="50838"/>
                </a:lnTo>
                <a:cubicBezTo>
                  <a:pt x="124806" y="50838"/>
                  <a:pt x="127094" y="48550"/>
                  <a:pt x="127094" y="45754"/>
                </a:cubicBezTo>
                <a:lnTo>
                  <a:pt x="127094" y="35586"/>
                </a:lnTo>
                <a:cubicBezTo>
                  <a:pt x="127094" y="32790"/>
                  <a:pt x="124806" y="30503"/>
                  <a:pt x="122010" y="30503"/>
                </a:cubicBezTo>
                <a:lnTo>
                  <a:pt x="111843" y="30503"/>
                </a:lnTo>
                <a:close/>
                <a:moveTo>
                  <a:pt x="35586" y="66089"/>
                </a:moveTo>
                <a:lnTo>
                  <a:pt x="35586" y="76256"/>
                </a:lnTo>
                <a:cubicBezTo>
                  <a:pt x="35586" y="79053"/>
                  <a:pt x="37874" y="81340"/>
                  <a:pt x="40670" y="81340"/>
                </a:cubicBezTo>
                <a:lnTo>
                  <a:pt x="50838" y="81340"/>
                </a:lnTo>
                <a:cubicBezTo>
                  <a:pt x="53634" y="81340"/>
                  <a:pt x="55921" y="79053"/>
                  <a:pt x="55921" y="76256"/>
                </a:cubicBezTo>
                <a:lnTo>
                  <a:pt x="55921" y="66089"/>
                </a:lnTo>
                <a:cubicBezTo>
                  <a:pt x="55921" y="63293"/>
                  <a:pt x="53634" y="61005"/>
                  <a:pt x="50838" y="61005"/>
                </a:cubicBezTo>
                <a:lnTo>
                  <a:pt x="40670" y="61005"/>
                </a:lnTo>
                <a:cubicBezTo>
                  <a:pt x="37874" y="61005"/>
                  <a:pt x="35586" y="63293"/>
                  <a:pt x="35586" y="66089"/>
                </a:cubicBezTo>
                <a:close/>
                <a:moveTo>
                  <a:pt x="111843" y="61005"/>
                </a:moveTo>
                <a:cubicBezTo>
                  <a:pt x="109047" y="61005"/>
                  <a:pt x="106759" y="63293"/>
                  <a:pt x="106759" y="66089"/>
                </a:cubicBezTo>
                <a:lnTo>
                  <a:pt x="106759" y="76256"/>
                </a:lnTo>
                <a:cubicBezTo>
                  <a:pt x="106759" y="79053"/>
                  <a:pt x="109047" y="81340"/>
                  <a:pt x="111843" y="81340"/>
                </a:cubicBezTo>
                <a:lnTo>
                  <a:pt x="122010" y="81340"/>
                </a:lnTo>
                <a:cubicBezTo>
                  <a:pt x="124806" y="81340"/>
                  <a:pt x="127094" y="79053"/>
                  <a:pt x="127094" y="76256"/>
                </a:cubicBezTo>
                <a:lnTo>
                  <a:pt x="127094" y="66089"/>
                </a:lnTo>
                <a:cubicBezTo>
                  <a:pt x="127094" y="63293"/>
                  <a:pt x="124806" y="61005"/>
                  <a:pt x="122010" y="61005"/>
                </a:cubicBezTo>
                <a:lnTo>
                  <a:pt x="111843" y="61005"/>
                </a:lnTo>
                <a:close/>
                <a:moveTo>
                  <a:pt x="91508" y="122010"/>
                </a:moveTo>
                <a:lnTo>
                  <a:pt x="105425" y="122010"/>
                </a:lnTo>
                <a:cubicBezTo>
                  <a:pt x="108570" y="122010"/>
                  <a:pt x="110985" y="119151"/>
                  <a:pt x="109873" y="116228"/>
                </a:cubicBezTo>
                <a:cubicBezTo>
                  <a:pt x="105488" y="104757"/>
                  <a:pt x="94367" y="96592"/>
                  <a:pt x="81372" y="96592"/>
                </a:cubicBezTo>
                <a:cubicBezTo>
                  <a:pt x="68377" y="96592"/>
                  <a:pt x="57256" y="104757"/>
                  <a:pt x="52871" y="116228"/>
                </a:cubicBezTo>
                <a:cubicBezTo>
                  <a:pt x="51759" y="119151"/>
                  <a:pt x="54174" y="122010"/>
                  <a:pt x="57319" y="122010"/>
                </a:cubicBezTo>
                <a:lnTo>
                  <a:pt x="71236" y="122010"/>
                </a:lnTo>
                <a:lnTo>
                  <a:pt x="71236" y="147429"/>
                </a:lnTo>
                <a:lnTo>
                  <a:pt x="91571" y="147429"/>
                </a:lnTo>
                <a:lnTo>
                  <a:pt x="91571" y="122010"/>
                </a:ln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529476" y="1344824"/>
            <a:ext cx="523289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酒店状态机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61512" y="3665739"/>
            <a:ext cx="11468976" cy="1409898"/>
          </a:xfrm>
          <a:custGeom>
            <a:avLst/>
            <a:gdLst/>
            <a:ahLst/>
            <a:cxnLst/>
            <a:rect l="l" t="t" r="r" b="b"/>
            <a:pathLst>
              <a:path w="11468976" h="1409898">
                <a:moveTo>
                  <a:pt x="108449" y="0"/>
                </a:moveTo>
                <a:lnTo>
                  <a:pt x="11360526" y="0"/>
                </a:lnTo>
                <a:cubicBezTo>
                  <a:pt x="11420421" y="0"/>
                  <a:pt x="11468976" y="48554"/>
                  <a:pt x="11468976" y="108449"/>
                </a:cubicBezTo>
                <a:lnTo>
                  <a:pt x="11468976" y="1301448"/>
                </a:lnTo>
                <a:cubicBezTo>
                  <a:pt x="11468976" y="1361343"/>
                  <a:pt x="11420421" y="1409898"/>
                  <a:pt x="11360526" y="1409898"/>
                </a:cubicBezTo>
                <a:lnTo>
                  <a:pt x="108449" y="1409898"/>
                </a:lnTo>
                <a:cubicBezTo>
                  <a:pt x="48554" y="1409898"/>
                  <a:pt x="0" y="1361343"/>
                  <a:pt x="0" y="1301448"/>
                </a:cubicBezTo>
                <a:lnTo>
                  <a:pt x="0" y="108449"/>
                </a:lnTo>
                <a:cubicBezTo>
                  <a:pt x="0" y="48595"/>
                  <a:pt x="48595" y="0"/>
                  <a:pt x="108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28712" y="3846495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90378" y="0"/>
                </a:moveTo>
                <a:cubicBezTo>
                  <a:pt x="92002" y="0"/>
                  <a:pt x="93626" y="353"/>
                  <a:pt x="95109" y="1024"/>
                </a:cubicBezTo>
                <a:lnTo>
                  <a:pt x="161621" y="29232"/>
                </a:lnTo>
                <a:cubicBezTo>
                  <a:pt x="169388" y="32515"/>
                  <a:pt x="175178" y="40176"/>
                  <a:pt x="175143" y="49426"/>
                </a:cubicBezTo>
                <a:cubicBezTo>
                  <a:pt x="174966" y="84447"/>
                  <a:pt x="160562" y="148524"/>
                  <a:pt x="99734" y="177649"/>
                </a:cubicBezTo>
                <a:cubicBezTo>
                  <a:pt x="93838" y="180474"/>
                  <a:pt x="86989" y="180474"/>
                  <a:pt x="81093" y="177649"/>
                </a:cubicBezTo>
                <a:cubicBezTo>
                  <a:pt x="20229" y="148524"/>
                  <a:pt x="5860" y="84447"/>
                  <a:pt x="5684" y="49426"/>
                </a:cubicBezTo>
                <a:cubicBezTo>
                  <a:pt x="5649" y="40176"/>
                  <a:pt x="11438" y="32515"/>
                  <a:pt x="19205" y="29232"/>
                </a:cubicBezTo>
                <a:lnTo>
                  <a:pt x="85683" y="1024"/>
                </a:lnTo>
                <a:cubicBezTo>
                  <a:pt x="87165" y="353"/>
                  <a:pt x="88754" y="0"/>
                  <a:pt x="90378" y="0"/>
                </a:cubicBezTo>
                <a:close/>
                <a:moveTo>
                  <a:pt x="90378" y="23583"/>
                </a:moveTo>
                <a:lnTo>
                  <a:pt x="90378" y="157067"/>
                </a:lnTo>
                <a:cubicBezTo>
                  <a:pt x="139097" y="133484"/>
                  <a:pt x="152195" y="81234"/>
                  <a:pt x="152513" y="49955"/>
                </a:cubicBezTo>
                <a:lnTo>
                  <a:pt x="90378" y="23618"/>
                </a:lnTo>
                <a:lnTo>
                  <a:pt x="90378" y="23618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732062" y="3810344"/>
            <a:ext cx="11044199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难点突破: 规则集中在服务端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6117" y="4171856"/>
            <a:ext cx="2711342" cy="759176"/>
          </a:xfrm>
          <a:custGeom>
            <a:avLst/>
            <a:gdLst/>
            <a:ahLst/>
            <a:cxnLst/>
            <a:rect l="l" t="t" r="r" b="b"/>
            <a:pathLst>
              <a:path w="2711342" h="759176">
                <a:moveTo>
                  <a:pt x="72304" y="0"/>
                </a:moveTo>
                <a:lnTo>
                  <a:pt x="2639038" y="0"/>
                </a:lnTo>
                <a:cubicBezTo>
                  <a:pt x="2678970" y="0"/>
                  <a:pt x="2711342" y="32372"/>
                  <a:pt x="2711342" y="72304"/>
                </a:cubicBezTo>
                <a:lnTo>
                  <a:pt x="2711342" y="686872"/>
                </a:lnTo>
                <a:cubicBezTo>
                  <a:pt x="2711342" y="726804"/>
                  <a:pt x="2678970" y="759176"/>
                  <a:pt x="2639038" y="759176"/>
                </a:cubicBezTo>
                <a:lnTo>
                  <a:pt x="72304" y="759176"/>
                </a:lnTo>
                <a:cubicBezTo>
                  <a:pt x="32372" y="759176"/>
                  <a:pt x="0" y="726804"/>
                  <a:pt x="0" y="686872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14571" y="4280310"/>
            <a:ext cx="256673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下单定价快照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14571" y="4533369"/>
            <a:ext cx="2548661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 err="1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服务端calculateRoomPrice计算并锁定</a:t>
            </a: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,</a:t>
            </a:r>
            <a:r>
              <a:rPr lang="zh-CN" altLang="en-US" sz="95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前端传入数据仅作参考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328850" y="4171856"/>
            <a:ext cx="2711342" cy="759176"/>
          </a:xfrm>
          <a:custGeom>
            <a:avLst/>
            <a:gdLst/>
            <a:ahLst/>
            <a:cxnLst/>
            <a:rect l="l" t="t" r="r" b="b"/>
            <a:pathLst>
              <a:path w="2711342" h="759176">
                <a:moveTo>
                  <a:pt x="72304" y="0"/>
                </a:moveTo>
                <a:lnTo>
                  <a:pt x="2639038" y="0"/>
                </a:lnTo>
                <a:cubicBezTo>
                  <a:pt x="2678970" y="0"/>
                  <a:pt x="2711342" y="32372"/>
                  <a:pt x="2711342" y="72304"/>
                </a:cubicBezTo>
                <a:lnTo>
                  <a:pt x="2711342" y="686872"/>
                </a:lnTo>
                <a:cubicBezTo>
                  <a:pt x="2711342" y="726804"/>
                  <a:pt x="2678970" y="759176"/>
                  <a:pt x="2639038" y="759176"/>
                </a:cubicBezTo>
                <a:lnTo>
                  <a:pt x="72304" y="759176"/>
                </a:lnTo>
                <a:cubicBezTo>
                  <a:pt x="32372" y="759176"/>
                  <a:pt x="0" y="726804"/>
                  <a:pt x="0" y="686872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3437304" y="4280310"/>
            <a:ext cx="256673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折扣生效期判定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437304" y="4533369"/>
            <a:ext cx="2548661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入住/退房区间与discount_periods重叠检测,多段优惠期自动命中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51696" y="4171856"/>
            <a:ext cx="2711342" cy="759176"/>
          </a:xfrm>
          <a:custGeom>
            <a:avLst/>
            <a:gdLst/>
            <a:ahLst/>
            <a:cxnLst/>
            <a:rect l="l" t="t" r="r" b="b"/>
            <a:pathLst>
              <a:path w="2711342" h="759176">
                <a:moveTo>
                  <a:pt x="72304" y="0"/>
                </a:moveTo>
                <a:lnTo>
                  <a:pt x="2639038" y="0"/>
                </a:lnTo>
                <a:cubicBezTo>
                  <a:pt x="2678970" y="0"/>
                  <a:pt x="2711342" y="32372"/>
                  <a:pt x="2711342" y="72304"/>
                </a:cubicBezTo>
                <a:lnTo>
                  <a:pt x="2711342" y="686872"/>
                </a:lnTo>
                <a:cubicBezTo>
                  <a:pt x="2711342" y="726804"/>
                  <a:pt x="2678970" y="759176"/>
                  <a:pt x="2639038" y="759176"/>
                </a:cubicBezTo>
                <a:lnTo>
                  <a:pt x="72304" y="759176"/>
                </a:lnTo>
                <a:cubicBezTo>
                  <a:pt x="32372" y="759176"/>
                  <a:pt x="0" y="726804"/>
                  <a:pt x="0" y="686872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260149" y="4280310"/>
            <a:ext cx="256673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状态迁移守护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260149" y="4533369"/>
            <a:ext cx="2548661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非法状态跳转Service层拦截并返回400,前端只触发动作不做判定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974428" y="4171856"/>
            <a:ext cx="2711342" cy="759176"/>
          </a:xfrm>
          <a:custGeom>
            <a:avLst/>
            <a:gdLst/>
            <a:ahLst/>
            <a:cxnLst/>
            <a:rect l="l" t="t" r="r" b="b"/>
            <a:pathLst>
              <a:path w="2711342" h="759176">
                <a:moveTo>
                  <a:pt x="72304" y="0"/>
                </a:moveTo>
                <a:lnTo>
                  <a:pt x="2639038" y="0"/>
                </a:lnTo>
                <a:cubicBezTo>
                  <a:pt x="2678970" y="0"/>
                  <a:pt x="2711342" y="32372"/>
                  <a:pt x="2711342" y="72304"/>
                </a:cubicBezTo>
                <a:lnTo>
                  <a:pt x="2711342" y="686872"/>
                </a:lnTo>
                <a:cubicBezTo>
                  <a:pt x="2711342" y="726804"/>
                  <a:pt x="2678970" y="759176"/>
                  <a:pt x="2639038" y="759176"/>
                </a:cubicBezTo>
                <a:lnTo>
                  <a:pt x="72304" y="759176"/>
                </a:lnTo>
                <a:cubicBezTo>
                  <a:pt x="32372" y="759176"/>
                  <a:pt x="0" y="726804"/>
                  <a:pt x="0" y="686872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9082882" y="4280310"/>
            <a:ext cx="256673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通知一致性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082882" y="4533369"/>
            <a:ext cx="2548661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任意状态变更后notificationService自动推送,两端数据视图始终同步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61512" y="5220012"/>
            <a:ext cx="11468976" cy="1274331"/>
          </a:xfrm>
          <a:custGeom>
            <a:avLst/>
            <a:gdLst/>
            <a:ahLst/>
            <a:cxnLst/>
            <a:rect l="l" t="t" r="r" b="b"/>
            <a:pathLst>
              <a:path w="11468976" h="1274331">
                <a:moveTo>
                  <a:pt x="108458" y="0"/>
                </a:moveTo>
                <a:lnTo>
                  <a:pt x="11360517" y="0"/>
                </a:lnTo>
                <a:cubicBezTo>
                  <a:pt x="11420417" y="0"/>
                  <a:pt x="11468976" y="48558"/>
                  <a:pt x="11468976" y="108458"/>
                </a:cubicBezTo>
                <a:lnTo>
                  <a:pt x="11468976" y="1165872"/>
                </a:lnTo>
                <a:cubicBezTo>
                  <a:pt x="11468976" y="1225772"/>
                  <a:pt x="11420417" y="1274331"/>
                  <a:pt x="11360517" y="1274331"/>
                </a:cubicBezTo>
                <a:lnTo>
                  <a:pt x="108458" y="1274331"/>
                </a:lnTo>
                <a:cubicBezTo>
                  <a:pt x="48558" y="1274331"/>
                  <a:pt x="0" y="1225772"/>
                  <a:pt x="0" y="1165872"/>
                </a:cubicBezTo>
                <a:lnTo>
                  <a:pt x="0" y="108458"/>
                </a:lnTo>
                <a:cubicBezTo>
                  <a:pt x="0" y="48558"/>
                  <a:pt x="48558" y="0"/>
                  <a:pt x="108458" y="0"/>
                </a:cubicBezTo>
                <a:close/>
              </a:path>
            </a:pathLst>
          </a:custGeom>
          <a:solidFill>
            <a:srgbClr val="0E1F3D"/>
          </a:solidFill>
          <a:ln/>
          <a:effectLst>
            <a:outerShdw blurRad="54227" dist="361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506117" y="5364617"/>
            <a:ext cx="11243030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下单定价快照实现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06117" y="5632133"/>
            <a:ext cx="11125426" cy="68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const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effectivePrice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calculateRoomPrice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roomType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, {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checkIn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,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checkOut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})</a:t>
            </a:r>
            <a:endParaRPr lang="en-US" sz="1000" dirty="0">
              <a:solidFill>
                <a:schemeClr val="bg1"/>
              </a:solidFill>
            </a:endParaRP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const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total_price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roundToTwo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effectivePrice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* quantity * nights)</a:t>
            </a:r>
          </a:p>
          <a:p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order.price_per_night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effectivePrice</a:t>
            </a:r>
            <a:endParaRPr sz="1000" dirty="0">
              <a:solidFill>
                <a:schemeClr val="bg1"/>
              </a:solidFill>
              <a:latin typeface="MiSans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AEB3B0A5-2936-B21C-7568-5D1CF205A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000" y="1243300"/>
            <a:ext cx="2004335" cy="2248006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9BD005F6-D3E7-FE60-0D58-E4FA1FBAD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505" y="1228234"/>
            <a:ext cx="2071726" cy="22576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95722"/>
            <a:ext cx="75376" cy="301502"/>
          </a:xfrm>
          <a:custGeom>
            <a:avLst/>
            <a:gdLst/>
            <a:ahLst/>
            <a:cxnLst/>
            <a:rect l="l" t="t" r="r" b="b"/>
            <a:pathLst>
              <a:path w="75376" h="301502">
                <a:moveTo>
                  <a:pt x="37688" y="0"/>
                </a:moveTo>
                <a:lnTo>
                  <a:pt x="37688" y="0"/>
                </a:lnTo>
                <a:cubicBezTo>
                  <a:pt x="58488" y="0"/>
                  <a:pt x="75376" y="16887"/>
                  <a:pt x="75376" y="37688"/>
                </a:cubicBezTo>
                <a:lnTo>
                  <a:pt x="75376" y="263815"/>
                </a:lnTo>
                <a:cubicBezTo>
                  <a:pt x="75376" y="284629"/>
                  <a:pt x="58502" y="301502"/>
                  <a:pt x="37688" y="301502"/>
                </a:cubicBezTo>
                <a:lnTo>
                  <a:pt x="37688" y="301502"/>
                </a:lnTo>
                <a:cubicBezTo>
                  <a:pt x="16873" y="301502"/>
                  <a:pt x="0" y="284629"/>
                  <a:pt x="0" y="26381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5317" y="376878"/>
            <a:ext cx="4786349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26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服务端技术实现: 实时库存与智能搜索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5317" y="753756"/>
            <a:ext cx="1132518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REAL-TIME INVENTORY &amp; SMART SEARCH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5722" y="1055258"/>
            <a:ext cx="5643747" cy="2374331"/>
          </a:xfrm>
          <a:custGeom>
            <a:avLst/>
            <a:gdLst/>
            <a:ahLst/>
            <a:cxnLst/>
            <a:rect l="l" t="t" r="r" b="b"/>
            <a:pathLst>
              <a:path w="5643747" h="2374331">
                <a:moveTo>
                  <a:pt x="37688" y="0"/>
                </a:moveTo>
                <a:lnTo>
                  <a:pt x="5530681" y="0"/>
                </a:lnTo>
                <a:cubicBezTo>
                  <a:pt x="5593125" y="0"/>
                  <a:pt x="5643747" y="50621"/>
                  <a:pt x="5643747" y="113066"/>
                </a:cubicBezTo>
                <a:lnTo>
                  <a:pt x="5643747" y="2261265"/>
                </a:lnTo>
                <a:cubicBezTo>
                  <a:pt x="5643747" y="2323710"/>
                  <a:pt x="5593125" y="2374331"/>
                  <a:pt x="5530681" y="2374331"/>
                </a:cubicBezTo>
                <a:lnTo>
                  <a:pt x="37688" y="2374331"/>
                </a:lnTo>
                <a:cubicBezTo>
                  <a:pt x="16873" y="2374331"/>
                  <a:pt x="0" y="2357457"/>
                  <a:pt x="0" y="233664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95722" y="1055258"/>
            <a:ext cx="37688" cy="2374331"/>
          </a:xfrm>
          <a:custGeom>
            <a:avLst/>
            <a:gdLst/>
            <a:ahLst/>
            <a:cxnLst/>
            <a:rect l="l" t="t" r="r" b="b"/>
            <a:pathLst>
              <a:path w="37688" h="2374331">
                <a:moveTo>
                  <a:pt x="37688" y="0"/>
                </a:moveTo>
                <a:lnTo>
                  <a:pt x="37688" y="0"/>
                </a:lnTo>
                <a:lnTo>
                  <a:pt x="37688" y="2374331"/>
                </a:lnTo>
                <a:lnTo>
                  <a:pt x="37688" y="2374331"/>
                </a:lnTo>
                <a:cubicBezTo>
                  <a:pt x="16873" y="2374331"/>
                  <a:pt x="0" y="2357457"/>
                  <a:pt x="0" y="233664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27629" y="1168321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33626" y="1271963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74198" y="0"/>
                </a:moveTo>
                <a:lnTo>
                  <a:pt x="74198" y="21199"/>
                </a:lnTo>
                <a:cubicBezTo>
                  <a:pt x="74198" y="24114"/>
                  <a:pt x="76583" y="26499"/>
                  <a:pt x="79498" y="26499"/>
                </a:cubicBezTo>
                <a:lnTo>
                  <a:pt x="90097" y="26499"/>
                </a:lnTo>
                <a:cubicBezTo>
                  <a:pt x="93012" y="26499"/>
                  <a:pt x="95397" y="24114"/>
                  <a:pt x="95397" y="21199"/>
                </a:cubicBezTo>
                <a:lnTo>
                  <a:pt x="95397" y="0"/>
                </a:lnTo>
                <a:lnTo>
                  <a:pt x="105997" y="0"/>
                </a:lnTo>
                <a:cubicBezTo>
                  <a:pt x="117690" y="0"/>
                  <a:pt x="127196" y="9507"/>
                  <a:pt x="127196" y="21199"/>
                </a:cubicBezTo>
                <a:lnTo>
                  <a:pt x="127196" y="63598"/>
                </a:lnTo>
                <a:cubicBezTo>
                  <a:pt x="127196" y="65420"/>
                  <a:pt x="126964" y="67209"/>
                  <a:pt x="126534" y="68898"/>
                </a:cubicBezTo>
                <a:lnTo>
                  <a:pt x="43061" y="68898"/>
                </a:lnTo>
                <a:cubicBezTo>
                  <a:pt x="42631" y="67209"/>
                  <a:pt x="42399" y="65420"/>
                  <a:pt x="42399" y="63598"/>
                </a:cubicBezTo>
                <a:lnTo>
                  <a:pt x="42399" y="21199"/>
                </a:lnTo>
                <a:cubicBezTo>
                  <a:pt x="42399" y="9507"/>
                  <a:pt x="51905" y="0"/>
                  <a:pt x="63598" y="0"/>
                </a:cubicBezTo>
                <a:lnTo>
                  <a:pt x="74198" y="0"/>
                </a:lnTo>
                <a:close/>
                <a:moveTo>
                  <a:pt x="105997" y="169595"/>
                </a:moveTo>
                <a:cubicBezTo>
                  <a:pt x="102287" y="169595"/>
                  <a:pt x="98776" y="168634"/>
                  <a:pt x="95728" y="166945"/>
                </a:cubicBezTo>
                <a:cubicBezTo>
                  <a:pt x="98875" y="161480"/>
                  <a:pt x="100697" y="155153"/>
                  <a:pt x="100697" y="148396"/>
                </a:cubicBezTo>
                <a:lnTo>
                  <a:pt x="100697" y="105997"/>
                </a:lnTo>
                <a:cubicBezTo>
                  <a:pt x="100697" y="99240"/>
                  <a:pt x="98875" y="92913"/>
                  <a:pt x="95728" y="87447"/>
                </a:cubicBezTo>
                <a:cubicBezTo>
                  <a:pt x="98776" y="85758"/>
                  <a:pt x="102254" y="84798"/>
                  <a:pt x="105997" y="84798"/>
                </a:cubicBezTo>
                <a:lnTo>
                  <a:pt x="116597" y="84798"/>
                </a:lnTo>
                <a:lnTo>
                  <a:pt x="116597" y="105997"/>
                </a:lnTo>
                <a:cubicBezTo>
                  <a:pt x="116597" y="108912"/>
                  <a:pt x="118982" y="111297"/>
                  <a:pt x="121896" y="111297"/>
                </a:cubicBezTo>
                <a:lnTo>
                  <a:pt x="132496" y="111297"/>
                </a:lnTo>
                <a:cubicBezTo>
                  <a:pt x="135411" y="111297"/>
                  <a:pt x="137796" y="108912"/>
                  <a:pt x="137796" y="105997"/>
                </a:cubicBezTo>
                <a:lnTo>
                  <a:pt x="137796" y="84798"/>
                </a:lnTo>
                <a:lnTo>
                  <a:pt x="148396" y="84798"/>
                </a:lnTo>
                <a:cubicBezTo>
                  <a:pt x="160088" y="84798"/>
                  <a:pt x="169595" y="94304"/>
                  <a:pt x="169595" y="105997"/>
                </a:cubicBezTo>
                <a:lnTo>
                  <a:pt x="169595" y="148396"/>
                </a:lnTo>
                <a:cubicBezTo>
                  <a:pt x="169595" y="160088"/>
                  <a:pt x="160088" y="169595"/>
                  <a:pt x="148396" y="169595"/>
                </a:cubicBezTo>
                <a:lnTo>
                  <a:pt x="105997" y="169595"/>
                </a:lnTo>
                <a:close/>
                <a:moveTo>
                  <a:pt x="0" y="105997"/>
                </a:moveTo>
                <a:cubicBezTo>
                  <a:pt x="0" y="94304"/>
                  <a:pt x="9507" y="84798"/>
                  <a:pt x="21199" y="84798"/>
                </a:cubicBezTo>
                <a:lnTo>
                  <a:pt x="31799" y="84798"/>
                </a:lnTo>
                <a:lnTo>
                  <a:pt x="31799" y="105997"/>
                </a:lnTo>
                <a:cubicBezTo>
                  <a:pt x="31799" y="108912"/>
                  <a:pt x="34184" y="111297"/>
                  <a:pt x="37099" y="111297"/>
                </a:cubicBezTo>
                <a:lnTo>
                  <a:pt x="47699" y="111297"/>
                </a:lnTo>
                <a:cubicBezTo>
                  <a:pt x="50614" y="111297"/>
                  <a:pt x="52998" y="108912"/>
                  <a:pt x="52998" y="105997"/>
                </a:cubicBezTo>
                <a:lnTo>
                  <a:pt x="52998" y="84798"/>
                </a:lnTo>
                <a:lnTo>
                  <a:pt x="63598" y="84798"/>
                </a:lnTo>
                <a:cubicBezTo>
                  <a:pt x="75291" y="84798"/>
                  <a:pt x="84798" y="94304"/>
                  <a:pt x="84798" y="105997"/>
                </a:cubicBezTo>
                <a:lnTo>
                  <a:pt x="84798" y="148396"/>
                </a:lnTo>
                <a:cubicBezTo>
                  <a:pt x="84798" y="160088"/>
                  <a:pt x="75291" y="169595"/>
                  <a:pt x="63598" y="169595"/>
                </a:cubicBezTo>
                <a:lnTo>
                  <a:pt x="21199" y="169595"/>
                </a:lnTo>
                <a:cubicBezTo>
                  <a:pt x="9507" y="169595"/>
                  <a:pt x="0" y="160088"/>
                  <a:pt x="0" y="148396"/>
                </a:cubicBezTo>
                <a:lnTo>
                  <a:pt x="0" y="10599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17570" y="1224853"/>
            <a:ext cx="110236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实时库存计算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7629" y="1620575"/>
            <a:ext cx="546473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库存不预先扣减,每次查询动态计算可售数量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7629" y="1964356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37688" y="0"/>
                </a:moveTo>
                <a:lnTo>
                  <a:pt x="150751" y="0"/>
                </a:lnTo>
                <a:cubicBezTo>
                  <a:pt x="171552" y="0"/>
                  <a:pt x="188439" y="16887"/>
                  <a:pt x="188439" y="37688"/>
                </a:cubicBezTo>
                <a:lnTo>
                  <a:pt x="188439" y="150751"/>
                </a:lnTo>
                <a:cubicBezTo>
                  <a:pt x="188439" y="171552"/>
                  <a:pt x="171552" y="188439"/>
                  <a:pt x="150751" y="188439"/>
                </a:cubicBezTo>
                <a:lnTo>
                  <a:pt x="37688" y="188439"/>
                </a:lnTo>
                <a:cubicBezTo>
                  <a:pt x="16887" y="188439"/>
                  <a:pt x="0" y="171552"/>
                  <a:pt x="0" y="150751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99363" y="1964356"/>
            <a:ext cx="24497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1444" y="1945513"/>
            <a:ext cx="5016232" cy="218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取出pending_payment/confirmed/finished状态订单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7629" y="2331702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37688" y="0"/>
                </a:moveTo>
                <a:lnTo>
                  <a:pt x="150751" y="0"/>
                </a:lnTo>
                <a:cubicBezTo>
                  <a:pt x="171552" y="0"/>
                  <a:pt x="188439" y="16887"/>
                  <a:pt x="188439" y="37688"/>
                </a:cubicBezTo>
                <a:lnTo>
                  <a:pt x="188439" y="150751"/>
                </a:lnTo>
                <a:cubicBezTo>
                  <a:pt x="188439" y="171552"/>
                  <a:pt x="171552" y="188439"/>
                  <a:pt x="150751" y="188439"/>
                </a:cubicBezTo>
                <a:lnTo>
                  <a:pt x="37688" y="188439"/>
                </a:lnTo>
                <a:cubicBezTo>
                  <a:pt x="16887" y="188439"/>
                  <a:pt x="0" y="171552"/>
                  <a:pt x="0" y="150751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99363" y="2331702"/>
            <a:ext cx="24497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1444" y="2312858"/>
            <a:ext cx="2285388" cy="207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筛选日期区间与查询区间重叠的订单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7629" y="2699158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37688" y="0"/>
                </a:moveTo>
                <a:lnTo>
                  <a:pt x="150751" y="0"/>
                </a:lnTo>
                <a:cubicBezTo>
                  <a:pt x="171552" y="0"/>
                  <a:pt x="188439" y="16887"/>
                  <a:pt x="188439" y="37688"/>
                </a:cubicBezTo>
                <a:lnTo>
                  <a:pt x="188439" y="150751"/>
                </a:lnTo>
                <a:cubicBezTo>
                  <a:pt x="188439" y="171552"/>
                  <a:pt x="171552" y="188439"/>
                  <a:pt x="150751" y="188439"/>
                </a:cubicBezTo>
                <a:lnTo>
                  <a:pt x="37688" y="188439"/>
                </a:lnTo>
                <a:cubicBezTo>
                  <a:pt x="16887" y="188439"/>
                  <a:pt x="0" y="171552"/>
                  <a:pt x="0" y="150751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9363" y="2699158"/>
            <a:ext cx="24497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9502" y="2658644"/>
            <a:ext cx="4089475" cy="25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按room_type_id累加quantity得到占用量Map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7629" y="3066494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37688" y="0"/>
                </a:moveTo>
                <a:lnTo>
                  <a:pt x="150751" y="0"/>
                </a:lnTo>
                <a:cubicBezTo>
                  <a:pt x="171552" y="0"/>
                  <a:pt x="188439" y="16887"/>
                  <a:pt x="188439" y="37688"/>
                </a:cubicBezTo>
                <a:lnTo>
                  <a:pt x="188439" y="150751"/>
                </a:lnTo>
                <a:cubicBezTo>
                  <a:pt x="188439" y="171552"/>
                  <a:pt x="171552" y="188439"/>
                  <a:pt x="150751" y="188439"/>
                </a:cubicBezTo>
                <a:lnTo>
                  <a:pt x="37688" y="188439"/>
                </a:lnTo>
                <a:cubicBezTo>
                  <a:pt x="16887" y="188439"/>
                  <a:pt x="0" y="171552"/>
                  <a:pt x="0" y="150751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9363" y="3066494"/>
            <a:ext cx="24497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1443" y="3047650"/>
            <a:ext cx="374051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available = stock - occupied,结果最低取0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318" y="1055258"/>
            <a:ext cx="5643747" cy="2374331"/>
          </a:xfrm>
          <a:custGeom>
            <a:avLst/>
            <a:gdLst/>
            <a:ahLst/>
            <a:cxnLst/>
            <a:rect l="l" t="t" r="r" b="b"/>
            <a:pathLst>
              <a:path w="5643747" h="2374331">
                <a:moveTo>
                  <a:pt x="37688" y="0"/>
                </a:moveTo>
                <a:lnTo>
                  <a:pt x="5530681" y="0"/>
                </a:lnTo>
                <a:cubicBezTo>
                  <a:pt x="5593125" y="0"/>
                  <a:pt x="5643747" y="50621"/>
                  <a:pt x="5643747" y="113066"/>
                </a:cubicBezTo>
                <a:lnTo>
                  <a:pt x="5643747" y="2261265"/>
                </a:lnTo>
                <a:cubicBezTo>
                  <a:pt x="5643747" y="2323710"/>
                  <a:pt x="5593125" y="2374331"/>
                  <a:pt x="5530681" y="2374331"/>
                </a:cubicBezTo>
                <a:lnTo>
                  <a:pt x="37688" y="2374331"/>
                </a:lnTo>
                <a:cubicBezTo>
                  <a:pt x="16873" y="2374331"/>
                  <a:pt x="0" y="2357457"/>
                  <a:pt x="0" y="233664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172318" y="1055258"/>
            <a:ext cx="37688" cy="2374331"/>
          </a:xfrm>
          <a:custGeom>
            <a:avLst/>
            <a:gdLst/>
            <a:ahLst/>
            <a:cxnLst/>
            <a:rect l="l" t="t" r="r" b="b"/>
            <a:pathLst>
              <a:path w="37688" h="2374331">
                <a:moveTo>
                  <a:pt x="37688" y="0"/>
                </a:moveTo>
                <a:lnTo>
                  <a:pt x="37688" y="0"/>
                </a:lnTo>
                <a:lnTo>
                  <a:pt x="37688" y="2374331"/>
                </a:lnTo>
                <a:lnTo>
                  <a:pt x="37688" y="2374331"/>
                </a:lnTo>
                <a:cubicBezTo>
                  <a:pt x="16873" y="2374331"/>
                  <a:pt x="0" y="2357457"/>
                  <a:pt x="0" y="233664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04225" y="1168321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410222" y="1271963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137796" y="68898"/>
                </a:moveTo>
                <a:cubicBezTo>
                  <a:pt x="137796" y="84102"/>
                  <a:pt x="132861" y="98147"/>
                  <a:pt x="124546" y="109541"/>
                </a:cubicBezTo>
                <a:lnTo>
                  <a:pt x="166481" y="151509"/>
                </a:lnTo>
                <a:cubicBezTo>
                  <a:pt x="170622" y="155650"/>
                  <a:pt x="170622" y="162374"/>
                  <a:pt x="166481" y="166515"/>
                </a:cubicBezTo>
                <a:cubicBezTo>
                  <a:pt x="162341" y="170655"/>
                  <a:pt x="155617" y="170655"/>
                  <a:pt x="151476" y="166515"/>
                </a:cubicBezTo>
                <a:lnTo>
                  <a:pt x="109541" y="124546"/>
                </a:lnTo>
                <a:cubicBezTo>
                  <a:pt x="98147" y="132861"/>
                  <a:pt x="84102" y="137796"/>
                  <a:pt x="68898" y="137796"/>
                </a:cubicBezTo>
                <a:cubicBezTo>
                  <a:pt x="30838" y="137796"/>
                  <a:pt x="0" y="106958"/>
                  <a:pt x="0" y="68898"/>
                </a:cubicBezTo>
                <a:cubicBezTo>
                  <a:pt x="0" y="30838"/>
                  <a:pt x="30838" y="0"/>
                  <a:pt x="68898" y="0"/>
                </a:cubicBezTo>
                <a:cubicBezTo>
                  <a:pt x="106958" y="0"/>
                  <a:pt x="137796" y="30838"/>
                  <a:pt x="137796" y="68898"/>
                </a:cubicBezTo>
                <a:close/>
                <a:moveTo>
                  <a:pt x="68898" y="116597"/>
                </a:moveTo>
                <a:cubicBezTo>
                  <a:pt x="95224" y="116597"/>
                  <a:pt x="116597" y="95224"/>
                  <a:pt x="116597" y="68898"/>
                </a:cubicBezTo>
                <a:cubicBezTo>
                  <a:pt x="116597" y="42572"/>
                  <a:pt x="95224" y="21199"/>
                  <a:pt x="68898" y="21199"/>
                </a:cubicBezTo>
                <a:cubicBezTo>
                  <a:pt x="42572" y="21199"/>
                  <a:pt x="21199" y="42572"/>
                  <a:pt x="21199" y="68898"/>
                </a:cubicBezTo>
                <a:cubicBezTo>
                  <a:pt x="21199" y="95224"/>
                  <a:pt x="42572" y="116597"/>
                  <a:pt x="68898" y="1165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794167" y="1224853"/>
            <a:ext cx="110236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智能搜索排序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4225" y="1620575"/>
            <a:ext cx="546473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关键词跨城市、名称、设施多维度命中并合理排序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4225" y="1884389"/>
            <a:ext cx="5398776" cy="452253"/>
          </a:xfrm>
          <a:custGeom>
            <a:avLst/>
            <a:gdLst/>
            <a:ahLst/>
            <a:cxnLst/>
            <a:rect l="l" t="t" r="r" b="b"/>
            <a:pathLst>
              <a:path w="5398776" h="452253">
                <a:moveTo>
                  <a:pt x="75377" y="0"/>
                </a:moveTo>
                <a:lnTo>
                  <a:pt x="5323399" y="0"/>
                </a:lnTo>
                <a:cubicBezTo>
                  <a:pt x="5365028" y="0"/>
                  <a:pt x="5398776" y="33747"/>
                  <a:pt x="5398776" y="75377"/>
                </a:cubicBezTo>
                <a:lnTo>
                  <a:pt x="5398776" y="376876"/>
                </a:lnTo>
                <a:cubicBezTo>
                  <a:pt x="5398776" y="418506"/>
                  <a:pt x="5365028" y="452253"/>
                  <a:pt x="5323399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360757" y="1940921"/>
            <a:ext cx="535166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城市标准化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60757" y="2129360"/>
            <a:ext cx="5342244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cityLookup Map: 上海 → 上海市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4225" y="2374211"/>
            <a:ext cx="5398776" cy="452253"/>
          </a:xfrm>
          <a:custGeom>
            <a:avLst/>
            <a:gdLst/>
            <a:ahLst/>
            <a:cxnLst/>
            <a:rect l="l" t="t" r="r" b="b"/>
            <a:pathLst>
              <a:path w="5398776" h="452253">
                <a:moveTo>
                  <a:pt x="75377" y="0"/>
                </a:moveTo>
                <a:lnTo>
                  <a:pt x="5323399" y="0"/>
                </a:lnTo>
                <a:cubicBezTo>
                  <a:pt x="5365028" y="0"/>
                  <a:pt x="5398776" y="33747"/>
                  <a:pt x="5398776" y="75377"/>
                </a:cubicBezTo>
                <a:lnTo>
                  <a:pt x="5398776" y="376876"/>
                </a:lnTo>
                <a:cubicBezTo>
                  <a:pt x="5398776" y="418506"/>
                  <a:pt x="5365028" y="452253"/>
                  <a:pt x="5323399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360757" y="2430743"/>
            <a:ext cx="535166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相关性评分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0757" y="2619182"/>
            <a:ext cx="5342244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命中标签数 + 名称/地址匹配度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4225" y="2864042"/>
            <a:ext cx="5398776" cy="452253"/>
          </a:xfrm>
          <a:custGeom>
            <a:avLst/>
            <a:gdLst/>
            <a:ahLst/>
            <a:cxnLst/>
            <a:rect l="l" t="t" r="r" b="b"/>
            <a:pathLst>
              <a:path w="5398776" h="452253">
                <a:moveTo>
                  <a:pt x="75377" y="0"/>
                </a:moveTo>
                <a:lnTo>
                  <a:pt x="5323399" y="0"/>
                </a:lnTo>
                <a:cubicBezTo>
                  <a:pt x="5365028" y="0"/>
                  <a:pt x="5398776" y="33747"/>
                  <a:pt x="5398776" y="75377"/>
                </a:cubicBezTo>
                <a:lnTo>
                  <a:pt x="5398776" y="376876"/>
                </a:lnTo>
                <a:cubicBezTo>
                  <a:pt x="5398776" y="418506"/>
                  <a:pt x="5365028" y="452253"/>
                  <a:pt x="5323399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360757" y="2920574"/>
            <a:ext cx="535166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智能排序策略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60757" y="3109013"/>
            <a:ext cx="5342244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有keyword按评分排序,无keyword按sort参数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6878" y="3504615"/>
            <a:ext cx="5662590" cy="2176470"/>
          </a:xfrm>
          <a:custGeom>
            <a:avLst/>
            <a:gdLst/>
            <a:ahLst/>
            <a:cxnLst/>
            <a:rect l="l" t="t" r="r" b="b"/>
            <a:pathLst>
              <a:path w="5662590" h="2176470">
                <a:moveTo>
                  <a:pt x="113068" y="0"/>
                </a:moveTo>
                <a:lnTo>
                  <a:pt x="5549523" y="0"/>
                </a:lnTo>
                <a:cubicBezTo>
                  <a:pt x="5611968" y="0"/>
                  <a:pt x="5662590" y="50622"/>
                  <a:pt x="5662590" y="113068"/>
                </a:cubicBezTo>
                <a:lnTo>
                  <a:pt x="5662590" y="2063402"/>
                </a:lnTo>
                <a:cubicBezTo>
                  <a:pt x="5662590" y="2125848"/>
                  <a:pt x="5611968" y="2176470"/>
                  <a:pt x="5549523" y="2176470"/>
                </a:cubicBezTo>
                <a:lnTo>
                  <a:pt x="113068" y="2176470"/>
                </a:lnTo>
                <a:cubicBezTo>
                  <a:pt x="50622" y="2176470"/>
                  <a:pt x="0" y="2125848"/>
                  <a:pt x="0" y="2063402"/>
                </a:cubicBezTo>
                <a:lnTo>
                  <a:pt x="0" y="113068"/>
                </a:lnTo>
                <a:cubicBezTo>
                  <a:pt x="0" y="50622"/>
                  <a:pt x="50622" y="0"/>
                  <a:pt x="113068" y="0"/>
                </a:cubicBezTo>
                <a:close/>
              </a:path>
            </a:pathLst>
          </a:custGeom>
          <a:solidFill>
            <a:srgbClr val="0E1F3D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sz="1000" dirty="0"/>
          </a:p>
        </p:txBody>
      </p:sp>
      <p:sp>
        <p:nvSpPr>
          <p:cNvPr id="39" name="Text 37"/>
          <p:cNvSpPr/>
          <p:nvPr/>
        </p:nvSpPr>
        <p:spPr>
          <a:xfrm>
            <a:off x="489941" y="3617678"/>
            <a:ext cx="550241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库存计算核心代码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9941" y="3858876"/>
            <a:ext cx="5317735" cy="167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query.lt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('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check_in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',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normalizedCheckOut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.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gt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('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check_out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',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normalizedCheckIn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)</a:t>
            </a:r>
            <a:r>
              <a:rPr lang="en-US" altLang="zh-CN"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;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(data || []).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forEach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(row =&gt; {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const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prev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map.get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row.room_type_id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) || 0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map.set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row.room_type_id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,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prev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0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row.quantity</a:t>
            </a:r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)</a:t>
            </a:r>
          </a:p>
          <a:p>
            <a:r>
              <a:rPr sz="10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})</a:t>
            </a:r>
          </a:p>
        </p:txBody>
      </p:sp>
      <p:sp>
        <p:nvSpPr>
          <p:cNvPr id="41" name="Shape 39"/>
          <p:cNvSpPr/>
          <p:nvPr/>
        </p:nvSpPr>
        <p:spPr>
          <a:xfrm>
            <a:off x="6153474" y="3504615"/>
            <a:ext cx="5662590" cy="2176470"/>
          </a:xfrm>
          <a:custGeom>
            <a:avLst/>
            <a:gdLst/>
            <a:ahLst/>
            <a:cxnLst/>
            <a:rect l="l" t="t" r="r" b="b"/>
            <a:pathLst>
              <a:path w="5662590" h="2176470">
                <a:moveTo>
                  <a:pt x="113068" y="0"/>
                </a:moveTo>
                <a:lnTo>
                  <a:pt x="5549523" y="0"/>
                </a:lnTo>
                <a:cubicBezTo>
                  <a:pt x="5611968" y="0"/>
                  <a:pt x="5662590" y="50622"/>
                  <a:pt x="5662590" y="113068"/>
                </a:cubicBezTo>
                <a:lnTo>
                  <a:pt x="5662590" y="2063402"/>
                </a:lnTo>
                <a:cubicBezTo>
                  <a:pt x="5662590" y="2125848"/>
                  <a:pt x="5611968" y="2176470"/>
                  <a:pt x="5549523" y="2176470"/>
                </a:cubicBezTo>
                <a:lnTo>
                  <a:pt x="113068" y="2176470"/>
                </a:lnTo>
                <a:cubicBezTo>
                  <a:pt x="50622" y="2176470"/>
                  <a:pt x="0" y="2125848"/>
                  <a:pt x="0" y="2063402"/>
                </a:cubicBezTo>
                <a:lnTo>
                  <a:pt x="0" y="113068"/>
                </a:lnTo>
                <a:cubicBezTo>
                  <a:pt x="0" y="50622"/>
                  <a:pt x="50622" y="0"/>
                  <a:pt x="113068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2700000" scaled="1"/>
          </a:gra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290092" y="3828494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47798" y="0"/>
                </a:moveTo>
                <a:lnTo>
                  <a:pt x="121996" y="0"/>
                </a:lnTo>
                <a:cubicBezTo>
                  <a:pt x="130774" y="0"/>
                  <a:pt x="137928" y="7221"/>
                  <a:pt x="137597" y="15966"/>
                </a:cubicBezTo>
                <a:cubicBezTo>
                  <a:pt x="137531" y="17721"/>
                  <a:pt x="137465" y="19477"/>
                  <a:pt x="137365" y="21199"/>
                </a:cubicBezTo>
                <a:lnTo>
                  <a:pt x="153795" y="21199"/>
                </a:lnTo>
                <a:cubicBezTo>
                  <a:pt x="162440" y="21199"/>
                  <a:pt x="170059" y="28354"/>
                  <a:pt x="169396" y="37695"/>
                </a:cubicBezTo>
                <a:cubicBezTo>
                  <a:pt x="166912" y="72045"/>
                  <a:pt x="149356" y="90925"/>
                  <a:pt x="130310" y="100796"/>
                </a:cubicBezTo>
                <a:cubicBezTo>
                  <a:pt x="125076" y="103513"/>
                  <a:pt x="119743" y="105533"/>
                  <a:pt x="114675" y="107024"/>
                </a:cubicBezTo>
                <a:cubicBezTo>
                  <a:pt x="107984" y="116497"/>
                  <a:pt x="101028" y="121499"/>
                  <a:pt x="95497" y="124182"/>
                </a:cubicBezTo>
                <a:lnTo>
                  <a:pt x="95497" y="148396"/>
                </a:lnTo>
                <a:lnTo>
                  <a:pt x="116696" y="148396"/>
                </a:lnTo>
                <a:cubicBezTo>
                  <a:pt x="122559" y="148396"/>
                  <a:pt x="127296" y="153132"/>
                  <a:pt x="127296" y="158995"/>
                </a:cubicBezTo>
                <a:cubicBezTo>
                  <a:pt x="127296" y="164858"/>
                  <a:pt x="122559" y="169595"/>
                  <a:pt x="116696" y="169595"/>
                </a:cubicBezTo>
                <a:lnTo>
                  <a:pt x="53098" y="169595"/>
                </a:lnTo>
                <a:cubicBezTo>
                  <a:pt x="47235" y="169595"/>
                  <a:pt x="42498" y="164858"/>
                  <a:pt x="42498" y="158995"/>
                </a:cubicBezTo>
                <a:cubicBezTo>
                  <a:pt x="42498" y="153132"/>
                  <a:pt x="47235" y="148396"/>
                  <a:pt x="53098" y="148396"/>
                </a:cubicBezTo>
                <a:lnTo>
                  <a:pt x="74297" y="148396"/>
                </a:lnTo>
                <a:lnTo>
                  <a:pt x="74297" y="124182"/>
                </a:lnTo>
                <a:cubicBezTo>
                  <a:pt x="68997" y="121631"/>
                  <a:pt x="62406" y="116895"/>
                  <a:pt x="55980" y="108183"/>
                </a:cubicBezTo>
                <a:cubicBezTo>
                  <a:pt x="49885" y="106593"/>
                  <a:pt x="43260" y="104175"/>
                  <a:pt x="36801" y="100531"/>
                </a:cubicBezTo>
                <a:cubicBezTo>
                  <a:pt x="18881" y="90495"/>
                  <a:pt x="2716" y="71581"/>
                  <a:pt x="397" y="37629"/>
                </a:cubicBezTo>
                <a:cubicBezTo>
                  <a:pt x="-232" y="28321"/>
                  <a:pt x="7354" y="21166"/>
                  <a:pt x="15999" y="21166"/>
                </a:cubicBezTo>
                <a:lnTo>
                  <a:pt x="32428" y="21166"/>
                </a:lnTo>
                <a:cubicBezTo>
                  <a:pt x="32329" y="19444"/>
                  <a:pt x="32263" y="17721"/>
                  <a:pt x="32197" y="15933"/>
                </a:cubicBezTo>
                <a:cubicBezTo>
                  <a:pt x="31865" y="7155"/>
                  <a:pt x="39020" y="-33"/>
                  <a:pt x="47798" y="-33"/>
                </a:cubicBezTo>
                <a:close/>
                <a:moveTo>
                  <a:pt x="33621" y="37099"/>
                </a:moveTo>
                <a:lnTo>
                  <a:pt x="16264" y="37099"/>
                </a:lnTo>
                <a:cubicBezTo>
                  <a:pt x="18318" y="65155"/>
                  <a:pt x="31203" y="79200"/>
                  <a:pt x="44486" y="86652"/>
                </a:cubicBezTo>
                <a:cubicBezTo>
                  <a:pt x="39716" y="74297"/>
                  <a:pt x="35774" y="58166"/>
                  <a:pt x="33621" y="37099"/>
                </a:cubicBezTo>
                <a:close/>
                <a:moveTo>
                  <a:pt x="125871" y="85063"/>
                </a:moveTo>
                <a:cubicBezTo>
                  <a:pt x="139287" y="77179"/>
                  <a:pt x="151410" y="63168"/>
                  <a:pt x="153464" y="37099"/>
                </a:cubicBezTo>
                <a:lnTo>
                  <a:pt x="136140" y="37099"/>
                </a:lnTo>
                <a:cubicBezTo>
                  <a:pt x="134086" y="57271"/>
                  <a:pt x="130376" y="72939"/>
                  <a:pt x="125871" y="85063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83242" y="3781385"/>
            <a:ext cx="530455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成果面板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66538" y="4120575"/>
            <a:ext cx="2685255" cy="603005"/>
          </a:xfrm>
          <a:custGeom>
            <a:avLst/>
            <a:gdLst/>
            <a:ahLst/>
            <a:cxnLst/>
            <a:rect l="l" t="t" r="r" b="b"/>
            <a:pathLst>
              <a:path w="2685255" h="603005">
                <a:moveTo>
                  <a:pt x="75376" y="0"/>
                </a:moveTo>
                <a:lnTo>
                  <a:pt x="2609879" y="0"/>
                </a:lnTo>
                <a:cubicBezTo>
                  <a:pt x="2651508" y="0"/>
                  <a:pt x="2685255" y="33747"/>
                  <a:pt x="2685255" y="75376"/>
                </a:cubicBezTo>
                <a:lnTo>
                  <a:pt x="2685255" y="527629"/>
                </a:lnTo>
                <a:cubicBezTo>
                  <a:pt x="2685255" y="569258"/>
                  <a:pt x="2651508" y="603005"/>
                  <a:pt x="2609879" y="603005"/>
                </a:cubicBezTo>
                <a:lnTo>
                  <a:pt x="75376" y="603005"/>
                </a:lnTo>
                <a:cubicBezTo>
                  <a:pt x="33747" y="603005"/>
                  <a:pt x="0" y="569258"/>
                  <a:pt x="0" y="52762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285381" y="4195950"/>
            <a:ext cx="264756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13647" y="4497333"/>
            <a:ext cx="2591036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API端点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22928" y="4120575"/>
            <a:ext cx="2685255" cy="603005"/>
          </a:xfrm>
          <a:custGeom>
            <a:avLst/>
            <a:gdLst/>
            <a:ahLst/>
            <a:cxnLst/>
            <a:rect l="l" t="t" r="r" b="b"/>
            <a:pathLst>
              <a:path w="2685255" h="603005">
                <a:moveTo>
                  <a:pt x="75376" y="0"/>
                </a:moveTo>
                <a:lnTo>
                  <a:pt x="2609879" y="0"/>
                </a:lnTo>
                <a:cubicBezTo>
                  <a:pt x="2651508" y="0"/>
                  <a:pt x="2685255" y="33747"/>
                  <a:pt x="2685255" y="75376"/>
                </a:cubicBezTo>
                <a:lnTo>
                  <a:pt x="2685255" y="527629"/>
                </a:lnTo>
                <a:cubicBezTo>
                  <a:pt x="2685255" y="569258"/>
                  <a:pt x="2651508" y="603005"/>
                  <a:pt x="2609879" y="603005"/>
                </a:cubicBezTo>
                <a:lnTo>
                  <a:pt x="75376" y="603005"/>
                </a:lnTo>
                <a:cubicBezTo>
                  <a:pt x="33747" y="603005"/>
                  <a:pt x="0" y="569258"/>
                  <a:pt x="0" y="52762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041772" y="4195950"/>
            <a:ext cx="264756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70038" y="4497333"/>
            <a:ext cx="2591036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测试文件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66538" y="4798716"/>
            <a:ext cx="2685255" cy="603005"/>
          </a:xfrm>
          <a:custGeom>
            <a:avLst/>
            <a:gdLst/>
            <a:ahLst/>
            <a:cxnLst/>
            <a:rect l="l" t="t" r="r" b="b"/>
            <a:pathLst>
              <a:path w="2685255" h="603005">
                <a:moveTo>
                  <a:pt x="75376" y="0"/>
                </a:moveTo>
                <a:lnTo>
                  <a:pt x="2609879" y="0"/>
                </a:lnTo>
                <a:cubicBezTo>
                  <a:pt x="2651508" y="0"/>
                  <a:pt x="2685255" y="33747"/>
                  <a:pt x="2685255" y="75376"/>
                </a:cubicBezTo>
                <a:lnTo>
                  <a:pt x="2685255" y="527629"/>
                </a:lnTo>
                <a:cubicBezTo>
                  <a:pt x="2685255" y="569258"/>
                  <a:pt x="2651508" y="603005"/>
                  <a:pt x="2609879" y="603005"/>
                </a:cubicBezTo>
                <a:lnTo>
                  <a:pt x="75376" y="603005"/>
                </a:lnTo>
                <a:cubicBezTo>
                  <a:pt x="33747" y="603005"/>
                  <a:pt x="0" y="569258"/>
                  <a:pt x="0" y="52762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285381" y="4874091"/>
            <a:ext cx="264756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4+4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13647" y="5175474"/>
            <a:ext cx="2591036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状态机守护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22928" y="4798716"/>
            <a:ext cx="2685255" cy="603005"/>
          </a:xfrm>
          <a:custGeom>
            <a:avLst/>
            <a:gdLst/>
            <a:ahLst/>
            <a:cxnLst/>
            <a:rect l="l" t="t" r="r" b="b"/>
            <a:pathLst>
              <a:path w="2685255" h="603005">
                <a:moveTo>
                  <a:pt x="75376" y="0"/>
                </a:moveTo>
                <a:lnTo>
                  <a:pt x="2609879" y="0"/>
                </a:lnTo>
                <a:cubicBezTo>
                  <a:pt x="2651508" y="0"/>
                  <a:pt x="2685255" y="33747"/>
                  <a:pt x="2685255" y="75376"/>
                </a:cubicBezTo>
                <a:lnTo>
                  <a:pt x="2685255" y="527629"/>
                </a:lnTo>
                <a:cubicBezTo>
                  <a:pt x="2685255" y="569258"/>
                  <a:pt x="2651508" y="603005"/>
                  <a:pt x="2609879" y="603005"/>
                </a:cubicBezTo>
                <a:lnTo>
                  <a:pt x="75376" y="603005"/>
                </a:lnTo>
                <a:cubicBezTo>
                  <a:pt x="33747" y="603005"/>
                  <a:pt x="0" y="569258"/>
                  <a:pt x="0" y="52762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9041772" y="4874091"/>
            <a:ext cx="264756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零改造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70038" y="5175474"/>
            <a:ext cx="2591036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接口兼容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0647" y="5757404"/>
            <a:ext cx="11436360" cy="723606"/>
          </a:xfrm>
          <a:custGeom>
            <a:avLst/>
            <a:gdLst/>
            <a:ahLst/>
            <a:cxnLst/>
            <a:rect l="l" t="t" r="r" b="b"/>
            <a:pathLst>
              <a:path w="11436360" h="723606">
                <a:moveTo>
                  <a:pt x="113063" y="0"/>
                </a:moveTo>
                <a:lnTo>
                  <a:pt x="11323296" y="0"/>
                </a:lnTo>
                <a:cubicBezTo>
                  <a:pt x="11385740" y="0"/>
                  <a:pt x="11436360" y="50620"/>
                  <a:pt x="11436360" y="113063"/>
                </a:cubicBezTo>
                <a:lnTo>
                  <a:pt x="11436360" y="610542"/>
                </a:lnTo>
                <a:cubicBezTo>
                  <a:pt x="11436360" y="672985"/>
                  <a:pt x="11385740" y="723606"/>
                  <a:pt x="11323296" y="723606"/>
                </a:cubicBezTo>
                <a:lnTo>
                  <a:pt x="113063" y="723606"/>
                </a:lnTo>
                <a:cubicBezTo>
                  <a:pt x="50620" y="723606"/>
                  <a:pt x="0" y="672985"/>
                  <a:pt x="0" y="610542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4CC9F0">
                <a:alpha val="20000"/>
              </a:srgbClr>
            </a:solidFill>
            <a:prstDash val="solid"/>
          </a:ln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506901" y="5911922"/>
            <a:ext cx="169595" cy="150751"/>
          </a:xfrm>
          <a:custGeom>
            <a:avLst/>
            <a:gdLst/>
            <a:ahLst/>
            <a:cxnLst/>
            <a:rect l="l" t="t" r="r" b="b"/>
            <a:pathLst>
              <a:path w="169595" h="150751">
                <a:moveTo>
                  <a:pt x="91128" y="-5565"/>
                </a:moveTo>
                <a:cubicBezTo>
                  <a:pt x="89921" y="-7920"/>
                  <a:pt x="87477" y="-9422"/>
                  <a:pt x="84827" y="-9422"/>
                </a:cubicBezTo>
                <a:cubicBezTo>
                  <a:pt x="82177" y="-9422"/>
                  <a:pt x="79733" y="-7920"/>
                  <a:pt x="78526" y="-5565"/>
                </a:cubicBezTo>
                <a:lnTo>
                  <a:pt x="56856" y="36893"/>
                </a:lnTo>
                <a:lnTo>
                  <a:pt x="9775" y="44371"/>
                </a:lnTo>
                <a:cubicBezTo>
                  <a:pt x="7155" y="44784"/>
                  <a:pt x="4976" y="46639"/>
                  <a:pt x="4152" y="49171"/>
                </a:cubicBezTo>
                <a:cubicBezTo>
                  <a:pt x="3327" y="51703"/>
                  <a:pt x="4004" y="54471"/>
                  <a:pt x="5859" y="56355"/>
                </a:cubicBezTo>
                <a:lnTo>
                  <a:pt x="39543" y="90068"/>
                </a:lnTo>
                <a:lnTo>
                  <a:pt x="32123" y="137148"/>
                </a:lnTo>
                <a:cubicBezTo>
                  <a:pt x="31711" y="139769"/>
                  <a:pt x="32800" y="142419"/>
                  <a:pt x="34950" y="143979"/>
                </a:cubicBezTo>
                <a:cubicBezTo>
                  <a:pt x="37099" y="145540"/>
                  <a:pt x="39926" y="145775"/>
                  <a:pt x="42310" y="144568"/>
                </a:cubicBezTo>
                <a:lnTo>
                  <a:pt x="84827" y="122956"/>
                </a:lnTo>
                <a:lnTo>
                  <a:pt x="127314" y="144568"/>
                </a:lnTo>
                <a:cubicBezTo>
                  <a:pt x="129670" y="145775"/>
                  <a:pt x="132526" y="145540"/>
                  <a:pt x="134675" y="143979"/>
                </a:cubicBezTo>
                <a:cubicBezTo>
                  <a:pt x="136824" y="142419"/>
                  <a:pt x="137914" y="139798"/>
                  <a:pt x="137502" y="137148"/>
                </a:cubicBezTo>
                <a:lnTo>
                  <a:pt x="130052" y="90068"/>
                </a:lnTo>
                <a:lnTo>
                  <a:pt x="163736" y="56355"/>
                </a:lnTo>
                <a:cubicBezTo>
                  <a:pt x="165620" y="54471"/>
                  <a:pt x="166268" y="51703"/>
                  <a:pt x="165444" y="49171"/>
                </a:cubicBezTo>
                <a:cubicBezTo>
                  <a:pt x="164619" y="46639"/>
                  <a:pt x="162470" y="44784"/>
                  <a:pt x="159820" y="44371"/>
                </a:cubicBezTo>
                <a:lnTo>
                  <a:pt x="112769" y="36893"/>
                </a:lnTo>
                <a:lnTo>
                  <a:pt x="91128" y="-5565"/>
                </a:ln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685918" y="5874235"/>
            <a:ext cx="1108963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sz="1187">
                <a:latin typeface="微软雅黑"/>
                <a:ea typeface="微软雅黑"/>
                <a:cs typeface="微软雅黑"/>
              </a:rPr>
              <a:t>关键收益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16323" y="621342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17333" y="3592"/>
                </a:moveTo>
                <a:lnTo>
                  <a:pt x="91363" y="29561"/>
                </a:lnTo>
                <a:lnTo>
                  <a:pt x="121190" y="59388"/>
                </a:lnTo>
                <a:lnTo>
                  <a:pt x="147159" y="33418"/>
                </a:lnTo>
                <a:cubicBezTo>
                  <a:pt x="149456" y="31092"/>
                  <a:pt x="150751" y="27971"/>
                  <a:pt x="150751" y="24733"/>
                </a:cubicBezTo>
                <a:cubicBezTo>
                  <a:pt x="150751" y="21494"/>
                  <a:pt x="149456" y="18373"/>
                  <a:pt x="147159" y="16047"/>
                </a:cubicBezTo>
                <a:lnTo>
                  <a:pt x="134704" y="3592"/>
                </a:lnTo>
                <a:cubicBezTo>
                  <a:pt x="132378" y="1296"/>
                  <a:pt x="129257" y="0"/>
                  <a:pt x="126019" y="0"/>
                </a:cubicBezTo>
                <a:cubicBezTo>
                  <a:pt x="122780" y="0"/>
                  <a:pt x="119659" y="1296"/>
                  <a:pt x="117333" y="3592"/>
                </a:cubicBezTo>
                <a:close/>
                <a:moveTo>
                  <a:pt x="81382" y="39543"/>
                </a:moveTo>
                <a:lnTo>
                  <a:pt x="3592" y="117333"/>
                </a:lnTo>
                <a:cubicBezTo>
                  <a:pt x="1296" y="119659"/>
                  <a:pt x="0" y="122780"/>
                  <a:pt x="0" y="126019"/>
                </a:cubicBezTo>
                <a:cubicBezTo>
                  <a:pt x="0" y="129257"/>
                  <a:pt x="1296" y="132378"/>
                  <a:pt x="3592" y="134704"/>
                </a:cubicBezTo>
                <a:lnTo>
                  <a:pt x="16047" y="147159"/>
                </a:lnTo>
                <a:cubicBezTo>
                  <a:pt x="18373" y="149456"/>
                  <a:pt x="21494" y="150751"/>
                  <a:pt x="24733" y="150751"/>
                </a:cubicBezTo>
                <a:cubicBezTo>
                  <a:pt x="27971" y="150751"/>
                  <a:pt x="31092" y="149456"/>
                  <a:pt x="33418" y="147159"/>
                </a:cubicBezTo>
                <a:lnTo>
                  <a:pt x="111208" y="69369"/>
                </a:lnTo>
                <a:lnTo>
                  <a:pt x="81382" y="39543"/>
                </a:ln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761293" y="6175737"/>
            <a:ext cx="245912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sz="1000" dirty="0" err="1">
                <a:latin typeface="微软雅黑"/>
                <a:ea typeface="微软雅黑"/>
                <a:cs typeface="微软雅黑"/>
              </a:rPr>
              <a:t>实时库存</a:t>
            </a:r>
            <a:r>
              <a:rPr sz="1000" dirty="0">
                <a:latin typeface="微软雅黑"/>
                <a:ea typeface="微软雅黑"/>
                <a:cs typeface="微软雅黑"/>
              </a:rPr>
              <a:t>: </a:t>
            </a:r>
            <a:r>
              <a:rPr sz="1000" dirty="0" err="1">
                <a:latin typeface="微软雅黑"/>
                <a:ea typeface="微软雅黑"/>
                <a:cs typeface="微软雅黑"/>
              </a:rPr>
              <a:t>无预扣减仍可准确返回可售量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86986" y="621342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41359" y="56532"/>
                </a:moveTo>
                <a:lnTo>
                  <a:pt x="143685" y="56532"/>
                </a:lnTo>
                <a:cubicBezTo>
                  <a:pt x="147601" y="56532"/>
                  <a:pt x="150751" y="53381"/>
                  <a:pt x="150751" y="49465"/>
                </a:cubicBezTo>
                <a:lnTo>
                  <a:pt x="150751" y="7066"/>
                </a:lnTo>
                <a:cubicBezTo>
                  <a:pt x="150751" y="4210"/>
                  <a:pt x="149043" y="1619"/>
                  <a:pt x="146394" y="530"/>
                </a:cubicBezTo>
                <a:cubicBezTo>
                  <a:pt x="143744" y="-559"/>
                  <a:pt x="140711" y="59"/>
                  <a:pt x="138679" y="2061"/>
                </a:cubicBezTo>
                <a:lnTo>
                  <a:pt x="123457" y="17313"/>
                </a:lnTo>
                <a:cubicBezTo>
                  <a:pt x="110413" y="6507"/>
                  <a:pt x="93631" y="0"/>
                  <a:pt x="75376" y="0"/>
                </a:cubicBezTo>
                <a:cubicBezTo>
                  <a:pt x="37393" y="0"/>
                  <a:pt x="5977" y="28089"/>
                  <a:pt x="766" y="64629"/>
                </a:cubicBezTo>
                <a:cubicBezTo>
                  <a:pt x="29" y="69781"/>
                  <a:pt x="3592" y="74551"/>
                  <a:pt x="8745" y="75287"/>
                </a:cubicBezTo>
                <a:cubicBezTo>
                  <a:pt x="13897" y="76023"/>
                  <a:pt x="18667" y="72431"/>
                  <a:pt x="19403" y="67308"/>
                </a:cubicBezTo>
                <a:cubicBezTo>
                  <a:pt x="23319" y="39896"/>
                  <a:pt x="46904" y="18844"/>
                  <a:pt x="75376" y="18844"/>
                </a:cubicBezTo>
                <a:cubicBezTo>
                  <a:pt x="88449" y="18844"/>
                  <a:pt x="100462" y="23260"/>
                  <a:pt x="110031" y="30710"/>
                </a:cubicBezTo>
                <a:lnTo>
                  <a:pt x="96281" y="44460"/>
                </a:lnTo>
                <a:cubicBezTo>
                  <a:pt x="94249" y="46491"/>
                  <a:pt x="93660" y="49524"/>
                  <a:pt x="94749" y="52174"/>
                </a:cubicBezTo>
                <a:cubicBezTo>
                  <a:pt x="95839" y="54824"/>
                  <a:pt x="98430" y="56532"/>
                  <a:pt x="101286" y="56532"/>
                </a:cubicBezTo>
                <a:lnTo>
                  <a:pt x="141359" y="56532"/>
                </a:lnTo>
                <a:close/>
                <a:moveTo>
                  <a:pt x="150015" y="86122"/>
                </a:moveTo>
                <a:cubicBezTo>
                  <a:pt x="150751" y="80970"/>
                  <a:pt x="147159" y="76200"/>
                  <a:pt x="142036" y="75464"/>
                </a:cubicBezTo>
                <a:cubicBezTo>
                  <a:pt x="136913" y="74728"/>
                  <a:pt x="132113" y="78320"/>
                  <a:pt x="131377" y="83443"/>
                </a:cubicBezTo>
                <a:cubicBezTo>
                  <a:pt x="127461" y="110826"/>
                  <a:pt x="103877" y="131878"/>
                  <a:pt x="75405" y="131878"/>
                </a:cubicBezTo>
                <a:cubicBezTo>
                  <a:pt x="62332" y="131878"/>
                  <a:pt x="50319" y="127461"/>
                  <a:pt x="40750" y="120012"/>
                </a:cubicBezTo>
                <a:lnTo>
                  <a:pt x="54471" y="106291"/>
                </a:lnTo>
                <a:cubicBezTo>
                  <a:pt x="56502" y="104260"/>
                  <a:pt x="57091" y="101227"/>
                  <a:pt x="56002" y="98577"/>
                </a:cubicBezTo>
                <a:cubicBezTo>
                  <a:pt x="54912" y="95927"/>
                  <a:pt x="52321" y="94219"/>
                  <a:pt x="49465" y="94219"/>
                </a:cubicBezTo>
                <a:lnTo>
                  <a:pt x="7066" y="94219"/>
                </a:lnTo>
                <a:cubicBezTo>
                  <a:pt x="3150" y="94219"/>
                  <a:pt x="0" y="97370"/>
                  <a:pt x="0" y="101286"/>
                </a:cubicBezTo>
                <a:lnTo>
                  <a:pt x="0" y="143685"/>
                </a:lnTo>
                <a:cubicBezTo>
                  <a:pt x="0" y="146541"/>
                  <a:pt x="1708" y="149132"/>
                  <a:pt x="4358" y="150221"/>
                </a:cubicBezTo>
                <a:cubicBezTo>
                  <a:pt x="7008" y="151311"/>
                  <a:pt x="10040" y="150692"/>
                  <a:pt x="12072" y="148690"/>
                </a:cubicBezTo>
                <a:lnTo>
                  <a:pt x="27324" y="133438"/>
                </a:lnTo>
                <a:cubicBezTo>
                  <a:pt x="40338" y="144244"/>
                  <a:pt x="57121" y="150751"/>
                  <a:pt x="75376" y="150751"/>
                </a:cubicBezTo>
                <a:cubicBezTo>
                  <a:pt x="113358" y="150751"/>
                  <a:pt x="144774" y="122662"/>
                  <a:pt x="149986" y="86122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4531957" y="6175737"/>
            <a:ext cx="25250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sz="1000" dirty="0" err="1">
                <a:latin typeface="微软雅黑"/>
                <a:ea typeface="微软雅黑"/>
                <a:cs typeface="微软雅黑"/>
              </a:rPr>
              <a:t>搜索排序</a:t>
            </a:r>
            <a:r>
              <a:rPr sz="1000" dirty="0">
                <a:latin typeface="微软雅黑"/>
                <a:ea typeface="微软雅黑"/>
                <a:cs typeface="微软雅黑"/>
              </a:rPr>
              <a:t>: </a:t>
            </a:r>
            <a:r>
              <a:rPr sz="1000" dirty="0" err="1">
                <a:latin typeface="微软雅黑"/>
                <a:ea typeface="微软雅黑"/>
                <a:cs typeface="微软雅黑"/>
              </a:rPr>
              <a:t>城市标准化</a:t>
            </a:r>
            <a:r>
              <a:rPr sz="1000" dirty="0">
                <a:latin typeface="微软雅黑"/>
                <a:ea typeface="微软雅黑"/>
                <a:cs typeface="微软雅黑"/>
              </a:rPr>
              <a:t> + </a:t>
            </a:r>
            <a:r>
              <a:rPr sz="1000" dirty="0" err="1">
                <a:latin typeface="微软雅黑"/>
                <a:ea typeface="微软雅黑"/>
                <a:cs typeface="微软雅黑"/>
              </a:rPr>
              <a:t>相关性评分提升命中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38806" y="6213425"/>
            <a:ext cx="188439" cy="150751"/>
          </a:xfrm>
          <a:custGeom>
            <a:avLst/>
            <a:gdLst/>
            <a:ahLst/>
            <a:cxnLst/>
            <a:rect l="l" t="t" r="r" b="b"/>
            <a:pathLst>
              <a:path w="188439" h="150751">
                <a:moveTo>
                  <a:pt x="169595" y="14133"/>
                </a:moveTo>
                <a:cubicBezTo>
                  <a:pt x="169595" y="10865"/>
                  <a:pt x="167917" y="7832"/>
                  <a:pt x="165120" y="6124"/>
                </a:cubicBezTo>
                <a:cubicBezTo>
                  <a:pt x="162322" y="4417"/>
                  <a:pt x="158878" y="4240"/>
                  <a:pt x="155963" y="5712"/>
                </a:cubicBezTo>
                <a:lnTo>
                  <a:pt x="121749" y="22819"/>
                </a:lnTo>
                <a:lnTo>
                  <a:pt x="68927" y="5182"/>
                </a:lnTo>
                <a:cubicBezTo>
                  <a:pt x="66543" y="4387"/>
                  <a:pt x="63981" y="4564"/>
                  <a:pt x="61743" y="5683"/>
                </a:cubicBezTo>
                <a:lnTo>
                  <a:pt x="24055" y="24527"/>
                </a:lnTo>
                <a:cubicBezTo>
                  <a:pt x="20846" y="26146"/>
                  <a:pt x="18844" y="29414"/>
                  <a:pt x="18844" y="32977"/>
                </a:cubicBezTo>
                <a:lnTo>
                  <a:pt x="18844" y="136618"/>
                </a:lnTo>
                <a:cubicBezTo>
                  <a:pt x="18844" y="139886"/>
                  <a:pt x="20522" y="142919"/>
                  <a:pt x="23319" y="144627"/>
                </a:cubicBezTo>
                <a:cubicBezTo>
                  <a:pt x="26116" y="146335"/>
                  <a:pt x="29561" y="146511"/>
                  <a:pt x="32476" y="145039"/>
                </a:cubicBezTo>
                <a:lnTo>
                  <a:pt x="66660" y="127932"/>
                </a:lnTo>
                <a:lnTo>
                  <a:pt x="117686" y="144951"/>
                </a:lnTo>
                <a:cubicBezTo>
                  <a:pt x="116420" y="143066"/>
                  <a:pt x="115183" y="141094"/>
                  <a:pt x="113976" y="139091"/>
                </a:cubicBezTo>
                <a:cubicBezTo>
                  <a:pt x="110737" y="133703"/>
                  <a:pt x="107528" y="127520"/>
                  <a:pt x="105143" y="120895"/>
                </a:cubicBezTo>
                <a:lnTo>
                  <a:pt x="75346" y="110973"/>
                </a:lnTo>
                <a:lnTo>
                  <a:pt x="75346" y="27206"/>
                </a:lnTo>
                <a:lnTo>
                  <a:pt x="113034" y="39778"/>
                </a:lnTo>
                <a:lnTo>
                  <a:pt x="113034" y="69016"/>
                </a:lnTo>
                <a:cubicBezTo>
                  <a:pt x="122161" y="58475"/>
                  <a:pt x="135705" y="51821"/>
                  <a:pt x="150722" y="51821"/>
                </a:cubicBezTo>
                <a:cubicBezTo>
                  <a:pt x="157376" y="51821"/>
                  <a:pt x="163736" y="53116"/>
                  <a:pt x="169566" y="55501"/>
                </a:cubicBezTo>
                <a:lnTo>
                  <a:pt x="169595" y="14133"/>
                </a:lnTo>
                <a:close/>
                <a:moveTo>
                  <a:pt x="150751" y="65954"/>
                </a:moveTo>
                <a:cubicBezTo>
                  <a:pt x="131230" y="65954"/>
                  <a:pt x="115419" y="81500"/>
                  <a:pt x="115419" y="100668"/>
                </a:cubicBezTo>
                <a:cubicBezTo>
                  <a:pt x="115419" y="120954"/>
                  <a:pt x="134292" y="144951"/>
                  <a:pt x="144450" y="156404"/>
                </a:cubicBezTo>
                <a:cubicBezTo>
                  <a:pt x="147866" y="160232"/>
                  <a:pt x="153666" y="160232"/>
                  <a:pt x="157082" y="156404"/>
                </a:cubicBezTo>
                <a:cubicBezTo>
                  <a:pt x="167240" y="144951"/>
                  <a:pt x="186113" y="120954"/>
                  <a:pt x="186113" y="100668"/>
                </a:cubicBezTo>
                <a:cubicBezTo>
                  <a:pt x="186113" y="81500"/>
                  <a:pt x="170302" y="65954"/>
                  <a:pt x="150781" y="65954"/>
                </a:cubicBezTo>
                <a:close/>
                <a:moveTo>
                  <a:pt x="138974" y="101286"/>
                </a:moveTo>
                <a:cubicBezTo>
                  <a:pt x="138974" y="94786"/>
                  <a:pt x="144251" y="89509"/>
                  <a:pt x="150751" y="89509"/>
                </a:cubicBezTo>
                <a:cubicBezTo>
                  <a:pt x="157251" y="89509"/>
                  <a:pt x="162529" y="94786"/>
                  <a:pt x="162529" y="101286"/>
                </a:cubicBezTo>
                <a:cubicBezTo>
                  <a:pt x="162529" y="107786"/>
                  <a:pt x="157251" y="113063"/>
                  <a:pt x="150751" y="113063"/>
                </a:cubicBezTo>
                <a:cubicBezTo>
                  <a:pt x="144251" y="113063"/>
                  <a:pt x="138974" y="107786"/>
                  <a:pt x="138974" y="101286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8302620" y="6175738"/>
            <a:ext cx="3288018" cy="15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sz="1000" dirty="0" err="1">
                <a:latin typeface="微软雅黑"/>
                <a:ea typeface="微软雅黑"/>
                <a:cs typeface="微软雅黑"/>
              </a:rPr>
              <a:t>兼容策略</a:t>
            </a:r>
            <a:r>
              <a:rPr sz="1000" dirty="0">
                <a:latin typeface="微软雅黑"/>
                <a:ea typeface="微软雅黑"/>
                <a:cs typeface="微软雅黑"/>
              </a:rPr>
              <a:t>: </a:t>
            </a:r>
            <a:r>
              <a:rPr sz="1000" dirty="0" err="1">
                <a:latin typeface="微软雅黑"/>
                <a:ea typeface="微软雅黑"/>
                <a:cs typeface="微软雅黑"/>
              </a:rPr>
              <a:t>全量</a:t>
            </a:r>
            <a:r>
              <a:rPr sz="1000" dirty="0">
                <a:latin typeface="微软雅黑"/>
                <a:ea typeface="微软雅黑"/>
                <a:cs typeface="微软雅黑"/>
              </a:rPr>
              <a:t>/</a:t>
            </a:r>
            <a:r>
              <a:rPr sz="1000" dirty="0" err="1">
                <a:latin typeface="微软雅黑"/>
                <a:ea typeface="微软雅黑"/>
                <a:cs typeface="微软雅黑"/>
              </a:rPr>
              <a:t>分页双模输出,旧调用零改造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42900"/>
                </a:lnTo>
                <a:cubicBezTo>
                  <a:pt x="76200" y="363928"/>
                  <a:pt x="59128" y="381000"/>
                  <a:pt x="381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0">
                <a:srgbClr val="FFFFFF"/>
              </a:gs>
              <a:gs pos="100000">
                <a:srgbClr val="39A9FF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err="1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THREE MAJOR SPECIALIZATIONS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3705225" cy="3981450"/>
          </a:xfrm>
          <a:custGeom>
            <a:avLst/>
            <a:gdLst/>
            <a:ahLst/>
            <a:cxnLst/>
            <a:rect l="l" t="t" r="r" b="b"/>
            <a:pathLst>
              <a:path w="3705225" h="39814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67144"/>
                </a:lnTo>
                <a:cubicBezTo>
                  <a:pt x="3705225" y="3930273"/>
                  <a:pt x="3654048" y="3981450"/>
                  <a:pt x="3590919" y="3981450"/>
                </a:cubicBezTo>
                <a:lnTo>
                  <a:pt x="114306" y="3981450"/>
                </a:lnTo>
                <a:cubicBezTo>
                  <a:pt x="51177" y="3981450"/>
                  <a:pt x="0" y="3930273"/>
                  <a:pt x="0" y="3867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81000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7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71500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5806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95400" y="1638300"/>
            <a:ext cx="16084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8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自动化测试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2479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5800" y="23622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关键路径减负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6289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代码分割 + 懒加载 + 组件拆包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0480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31623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请求时机优化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requestIdleCallback + Tab延迟加载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38481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39624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渲染减负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2291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分页 + useMemo + content-visibility + 词典按需加载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648200"/>
            <a:ext cx="3324225" cy="419100"/>
          </a:xfrm>
          <a:custGeom>
            <a:avLst/>
            <a:gdLst/>
            <a:ahLst/>
            <a:cxnLst/>
            <a:rect l="l" t="t" r="r" b="b"/>
            <a:pathLst>
              <a:path w="3324225" h="419100">
                <a:moveTo>
                  <a:pt x="76201" y="0"/>
                </a:moveTo>
                <a:lnTo>
                  <a:pt x="3248024" y="0"/>
                </a:lnTo>
                <a:cubicBezTo>
                  <a:pt x="3290109" y="0"/>
                  <a:pt x="3324225" y="34116"/>
                  <a:pt x="3324225" y="76201"/>
                </a:cubicBezTo>
                <a:lnTo>
                  <a:pt x="3324225" y="342899"/>
                </a:lnTo>
                <a:cubicBezTo>
                  <a:pt x="3324225" y="384984"/>
                  <a:pt x="3290109" y="419100"/>
                  <a:pt x="3248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677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04838" y="47244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67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Performance 90-99分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41721" y="1276350"/>
            <a:ext cx="3705225" cy="3981450"/>
          </a:xfrm>
          <a:custGeom>
            <a:avLst/>
            <a:gdLst/>
            <a:ahLst/>
            <a:cxnLst/>
            <a:rect l="l" t="t" r="r" b="b"/>
            <a:pathLst>
              <a:path w="3705225" h="39814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67144"/>
                </a:lnTo>
                <a:cubicBezTo>
                  <a:pt x="3705225" y="3930273"/>
                  <a:pt x="3654048" y="3981450"/>
                  <a:pt x="3590919" y="3981450"/>
                </a:cubicBezTo>
                <a:lnTo>
                  <a:pt x="114306" y="3981450"/>
                </a:lnTo>
                <a:cubicBezTo>
                  <a:pt x="51177" y="3981450"/>
                  <a:pt x="0" y="3930273"/>
                  <a:pt x="0" y="3867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241721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9A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432221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9A9FF"/>
              </a:gs>
              <a:gs pos="100000">
                <a:srgbClr val="4CC9F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596527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8502" y="-726"/>
                </a:moveTo>
                <a:cubicBezTo>
                  <a:pt x="148847" y="-6307"/>
                  <a:pt x="136903" y="-6307"/>
                  <a:pt x="127248" y="-726"/>
                </a:cubicBezTo>
                <a:lnTo>
                  <a:pt x="80256" y="26398"/>
                </a:lnTo>
                <a:cubicBezTo>
                  <a:pt x="70600" y="31979"/>
                  <a:pt x="64629" y="42304"/>
                  <a:pt x="64629" y="53467"/>
                </a:cubicBezTo>
                <a:lnTo>
                  <a:pt x="64629" y="110337"/>
                </a:lnTo>
                <a:lnTo>
                  <a:pt x="15348" y="138801"/>
                </a:lnTo>
                <a:cubicBezTo>
                  <a:pt x="5693" y="144382"/>
                  <a:pt x="-279" y="154707"/>
                  <a:pt x="-279" y="165869"/>
                </a:cubicBezTo>
                <a:lnTo>
                  <a:pt x="-279" y="220173"/>
                </a:lnTo>
                <a:cubicBezTo>
                  <a:pt x="-279" y="231335"/>
                  <a:pt x="5693" y="241660"/>
                  <a:pt x="15348" y="247241"/>
                </a:cubicBezTo>
                <a:lnTo>
                  <a:pt x="62396" y="274365"/>
                </a:lnTo>
                <a:cubicBezTo>
                  <a:pt x="72051" y="279946"/>
                  <a:pt x="83995" y="279946"/>
                  <a:pt x="93650" y="274365"/>
                </a:cubicBezTo>
                <a:lnTo>
                  <a:pt x="142931" y="245901"/>
                </a:lnTo>
                <a:lnTo>
                  <a:pt x="192212" y="274365"/>
                </a:lnTo>
                <a:cubicBezTo>
                  <a:pt x="201867" y="279946"/>
                  <a:pt x="213810" y="279946"/>
                  <a:pt x="223465" y="274365"/>
                </a:cubicBezTo>
                <a:lnTo>
                  <a:pt x="270402" y="247241"/>
                </a:lnTo>
                <a:cubicBezTo>
                  <a:pt x="280057" y="241660"/>
                  <a:pt x="286029" y="231335"/>
                  <a:pt x="286029" y="220173"/>
                </a:cubicBezTo>
                <a:lnTo>
                  <a:pt x="286029" y="165869"/>
                </a:lnTo>
                <a:cubicBezTo>
                  <a:pt x="286029" y="154707"/>
                  <a:pt x="280057" y="144382"/>
                  <a:pt x="270402" y="138801"/>
                </a:cubicBezTo>
                <a:lnTo>
                  <a:pt x="221121" y="110337"/>
                </a:lnTo>
                <a:lnTo>
                  <a:pt x="221121" y="53467"/>
                </a:lnTo>
                <a:cubicBezTo>
                  <a:pt x="221121" y="42304"/>
                  <a:pt x="215150" y="31979"/>
                  <a:pt x="205494" y="26398"/>
                </a:cubicBezTo>
                <a:lnTo>
                  <a:pt x="158502" y="-726"/>
                </a:lnTo>
                <a:close/>
                <a:moveTo>
                  <a:pt x="129480" y="163302"/>
                </a:moveTo>
                <a:lnTo>
                  <a:pt x="129480" y="222740"/>
                </a:lnTo>
                <a:lnTo>
                  <a:pt x="80200" y="251203"/>
                </a:lnTo>
                <a:cubicBezTo>
                  <a:pt x="79530" y="251594"/>
                  <a:pt x="78749" y="251817"/>
                  <a:pt x="77967" y="251817"/>
                </a:cubicBezTo>
                <a:lnTo>
                  <a:pt x="77967" y="193049"/>
                </a:lnTo>
                <a:lnTo>
                  <a:pt x="129480" y="163302"/>
                </a:lnTo>
                <a:close/>
                <a:moveTo>
                  <a:pt x="258626" y="163637"/>
                </a:moveTo>
                <a:cubicBezTo>
                  <a:pt x="259017" y="164306"/>
                  <a:pt x="259240" y="165088"/>
                  <a:pt x="259240" y="165869"/>
                </a:cubicBezTo>
                <a:lnTo>
                  <a:pt x="259240" y="220173"/>
                </a:lnTo>
                <a:cubicBezTo>
                  <a:pt x="259240" y="221791"/>
                  <a:pt x="258403" y="223242"/>
                  <a:pt x="257008" y="224024"/>
                </a:cubicBezTo>
                <a:lnTo>
                  <a:pt x="209959" y="251147"/>
                </a:lnTo>
                <a:cubicBezTo>
                  <a:pt x="209290" y="251538"/>
                  <a:pt x="208508" y="251761"/>
                  <a:pt x="207727" y="251761"/>
                </a:cubicBezTo>
                <a:lnTo>
                  <a:pt x="207727" y="192993"/>
                </a:lnTo>
                <a:lnTo>
                  <a:pt x="258626" y="163637"/>
                </a:lnTo>
                <a:close/>
                <a:moveTo>
                  <a:pt x="194388" y="53467"/>
                </a:moveTo>
                <a:lnTo>
                  <a:pt x="194388" y="110337"/>
                </a:lnTo>
                <a:lnTo>
                  <a:pt x="142875" y="140084"/>
                </a:lnTo>
                <a:lnTo>
                  <a:pt x="142875" y="80646"/>
                </a:lnTo>
                <a:lnTo>
                  <a:pt x="193774" y="51290"/>
                </a:lnTo>
                <a:cubicBezTo>
                  <a:pt x="194165" y="51960"/>
                  <a:pt x="194388" y="52741"/>
                  <a:pt x="194388" y="5352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156121" y="1638300"/>
            <a:ext cx="17513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8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先进编程工具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32221" y="22479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46521" y="23622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列表抽象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46521" y="26289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ListContainer + 工厂函数覆盖4类列表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2221" y="30480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546521" y="31623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查询抽象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46521" y="34290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useRemoteTableQuery 一行替代20行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2221" y="38481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546521" y="39624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详情页抽象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46521" y="42291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RoomsTabBase / OrdersTabBase 共享基座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32221" y="4648200"/>
            <a:ext cx="3324225" cy="419100"/>
          </a:xfrm>
          <a:custGeom>
            <a:avLst/>
            <a:gdLst/>
            <a:ahLst/>
            <a:cxnLst/>
            <a:rect l="l" t="t" r="r" b="b"/>
            <a:pathLst>
              <a:path w="3324225" h="419100">
                <a:moveTo>
                  <a:pt x="76201" y="0"/>
                </a:moveTo>
                <a:lnTo>
                  <a:pt x="3248024" y="0"/>
                </a:lnTo>
                <a:cubicBezTo>
                  <a:pt x="3290109" y="0"/>
                  <a:pt x="3324225" y="34116"/>
                  <a:pt x="3324225" y="76201"/>
                </a:cubicBezTo>
                <a:lnTo>
                  <a:pt x="3324225" y="342899"/>
                </a:lnTo>
                <a:cubicBezTo>
                  <a:pt x="3324225" y="384984"/>
                  <a:pt x="3290109" y="419100"/>
                  <a:pt x="3248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9A9FF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465558" y="47244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 err="1">
                <a:solidFill>
                  <a:srgbClr val="39A9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重复代码</a:t>
            </a:r>
            <a:r>
              <a:rPr lang="en-US" sz="1350" b="1" dirty="0">
                <a:solidFill>
                  <a:srgbClr val="39A9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-50%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02561" y="1276350"/>
            <a:ext cx="3705225" cy="3981450"/>
          </a:xfrm>
          <a:custGeom>
            <a:avLst/>
            <a:gdLst/>
            <a:ahLst/>
            <a:cxnLst/>
            <a:rect l="l" t="t" r="r" b="b"/>
            <a:pathLst>
              <a:path w="3705225" h="39814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67144"/>
                </a:lnTo>
                <a:cubicBezTo>
                  <a:pt x="3705225" y="3930273"/>
                  <a:pt x="3654048" y="3981450"/>
                  <a:pt x="3590919" y="3981450"/>
                </a:cubicBezTo>
                <a:lnTo>
                  <a:pt x="114306" y="3981450"/>
                </a:lnTo>
                <a:cubicBezTo>
                  <a:pt x="51177" y="3981450"/>
                  <a:pt x="0" y="3930273"/>
                  <a:pt x="0" y="3867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102561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293061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C9F0"/>
              </a:gs>
              <a:gs pos="100000">
                <a:srgbClr val="1677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457367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016961" y="16383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8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93061" y="22479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407361" y="23622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07361" y="26289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ListContainer封装所有动效能力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93061" y="30480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407361" y="31623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统一节奏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07361" y="34290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0.22s ease-out + 20ms阶梯延迟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93061" y="38481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AF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407361" y="39624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统一回退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07361" y="42291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B6B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animate开关控制,低性能设备可关闭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93061" y="4648200"/>
            <a:ext cx="3324225" cy="419100"/>
          </a:xfrm>
          <a:custGeom>
            <a:avLst/>
            <a:gdLst/>
            <a:ahLst/>
            <a:cxnLst/>
            <a:rect l="l" t="t" r="r" b="b"/>
            <a:pathLst>
              <a:path w="3324225" h="419100">
                <a:moveTo>
                  <a:pt x="76201" y="0"/>
                </a:moveTo>
                <a:lnTo>
                  <a:pt x="3248024" y="0"/>
                </a:lnTo>
                <a:cubicBezTo>
                  <a:pt x="3290109" y="0"/>
                  <a:pt x="3324225" y="34116"/>
                  <a:pt x="3324225" y="76201"/>
                </a:cubicBezTo>
                <a:lnTo>
                  <a:pt x="3324225" y="342899"/>
                </a:lnTo>
                <a:cubicBezTo>
                  <a:pt x="3324225" y="384984"/>
                  <a:pt x="3290109" y="419100"/>
                  <a:pt x="3248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CC9F0">
              <a:alpha val="1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326398" y="47244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三类动效全覆盖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541020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71B4D"/>
              </a:gs>
              <a:gs pos="100000">
                <a:srgbClr val="1677FF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607219" y="56864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1042988" y="560070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核心技术成果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2988" y="586740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完整的三端架构设计与实现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58583" y="5562600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96683" y="59055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演示页面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420583" y="5562600"/>
            <a:ext cx="647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458683" y="59055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API端点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158413" y="5562600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12+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196513" y="59055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复用组件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920413" y="5562600"/>
            <a:ext cx="809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C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90+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958513" y="59055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AF4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平均性能分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bb0042421656c6197ee63caf10501317c81100c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65" b="786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71B4D">
                  <a:alpha val="95000"/>
                </a:srgbClr>
              </a:gs>
              <a:gs pos="50000">
                <a:srgbClr val="071B4D">
                  <a:alpha val="90000"/>
                </a:srgbClr>
              </a:gs>
              <a:gs pos="100000">
                <a:srgbClr val="1677FF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39A9FF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930" y="13395"/>
                </a:moveTo>
                <a:cubicBezTo>
                  <a:pt x="8930" y="5972"/>
                  <a:pt x="14901" y="0"/>
                  <a:pt x="22324" y="0"/>
                </a:cubicBezTo>
                <a:lnTo>
                  <a:pt x="263426" y="0"/>
                </a:lnTo>
                <a:cubicBezTo>
                  <a:pt x="270849" y="0"/>
                  <a:pt x="276820" y="5972"/>
                  <a:pt x="276820" y="13395"/>
                </a:cubicBezTo>
                <a:cubicBezTo>
                  <a:pt x="276820" y="20817"/>
                  <a:pt x="270849" y="26789"/>
                  <a:pt x="263426" y="26789"/>
                </a:cubicBezTo>
                <a:lnTo>
                  <a:pt x="258961" y="26789"/>
                </a:lnTo>
                <a:lnTo>
                  <a:pt x="258961" y="258961"/>
                </a:lnTo>
                <a:lnTo>
                  <a:pt x="263426" y="258961"/>
                </a:lnTo>
                <a:cubicBezTo>
                  <a:pt x="270849" y="258961"/>
                  <a:pt x="276820" y="264933"/>
                  <a:pt x="276820" y="272355"/>
                </a:cubicBezTo>
                <a:cubicBezTo>
                  <a:pt x="276820" y="279778"/>
                  <a:pt x="270849" y="285750"/>
                  <a:pt x="263426" y="285750"/>
                </a:cubicBezTo>
                <a:lnTo>
                  <a:pt x="22324" y="285750"/>
                </a:lnTo>
                <a:cubicBezTo>
                  <a:pt x="14901" y="285750"/>
                  <a:pt x="8930" y="279778"/>
                  <a:pt x="8930" y="272355"/>
                </a:cubicBezTo>
                <a:cubicBezTo>
                  <a:pt x="8930" y="264933"/>
                  <a:pt x="14901" y="258961"/>
                  <a:pt x="22324" y="258961"/>
                </a:cubicBezTo>
                <a:lnTo>
                  <a:pt x="26789" y="258961"/>
                </a:lnTo>
                <a:lnTo>
                  <a:pt x="26789" y="26789"/>
                </a:lnTo>
                <a:lnTo>
                  <a:pt x="22324" y="26789"/>
                </a:lnTo>
                <a:cubicBezTo>
                  <a:pt x="14901" y="26789"/>
                  <a:pt x="8930" y="20817"/>
                  <a:pt x="8930" y="13395"/>
                </a:cubicBezTo>
                <a:close/>
                <a:moveTo>
                  <a:pt x="125016" y="62508"/>
                </a:moveTo>
                <a:lnTo>
                  <a:pt x="125016" y="80367"/>
                </a:lnTo>
                <a:cubicBezTo>
                  <a:pt x="125016" y="85279"/>
                  <a:pt x="129034" y="89297"/>
                  <a:pt x="133945" y="89297"/>
                </a:cubicBezTo>
                <a:lnTo>
                  <a:pt x="151805" y="89297"/>
                </a:lnTo>
                <a:cubicBezTo>
                  <a:pt x="156716" y="89297"/>
                  <a:pt x="160734" y="85279"/>
                  <a:pt x="160734" y="80367"/>
                </a:cubicBezTo>
                <a:lnTo>
                  <a:pt x="160734" y="62508"/>
                </a:lnTo>
                <a:cubicBezTo>
                  <a:pt x="160734" y="57596"/>
                  <a:pt x="156716" y="53578"/>
                  <a:pt x="151805" y="53578"/>
                </a:cubicBezTo>
                <a:lnTo>
                  <a:pt x="133945" y="53578"/>
                </a:lnTo>
                <a:cubicBezTo>
                  <a:pt x="129034" y="53578"/>
                  <a:pt x="125016" y="57596"/>
                  <a:pt x="125016" y="62508"/>
                </a:cubicBezTo>
                <a:close/>
                <a:moveTo>
                  <a:pt x="71438" y="53578"/>
                </a:moveTo>
                <a:cubicBezTo>
                  <a:pt x="66526" y="53578"/>
                  <a:pt x="62508" y="57596"/>
                  <a:pt x="62508" y="62508"/>
                </a:cubicBezTo>
                <a:lnTo>
                  <a:pt x="62508" y="80367"/>
                </a:lnTo>
                <a:cubicBezTo>
                  <a:pt x="62508" y="85279"/>
                  <a:pt x="66526" y="89297"/>
                  <a:pt x="71438" y="89297"/>
                </a:cubicBezTo>
                <a:lnTo>
                  <a:pt x="89297" y="89297"/>
                </a:lnTo>
                <a:cubicBezTo>
                  <a:pt x="94208" y="89297"/>
                  <a:pt x="98227" y="85279"/>
                  <a:pt x="98227" y="80367"/>
                </a:cubicBezTo>
                <a:lnTo>
                  <a:pt x="98227" y="62508"/>
                </a:lnTo>
                <a:cubicBezTo>
                  <a:pt x="98227" y="57596"/>
                  <a:pt x="94208" y="53578"/>
                  <a:pt x="89297" y="53578"/>
                </a:cubicBezTo>
                <a:lnTo>
                  <a:pt x="71438" y="53578"/>
                </a:lnTo>
                <a:close/>
                <a:moveTo>
                  <a:pt x="125016" y="116086"/>
                </a:moveTo>
                <a:lnTo>
                  <a:pt x="125016" y="133945"/>
                </a:lnTo>
                <a:cubicBezTo>
                  <a:pt x="125016" y="138857"/>
                  <a:pt x="129034" y="142875"/>
                  <a:pt x="133945" y="142875"/>
                </a:cubicBezTo>
                <a:lnTo>
                  <a:pt x="151805" y="142875"/>
                </a:lnTo>
                <a:cubicBezTo>
                  <a:pt x="156716" y="142875"/>
                  <a:pt x="160734" y="138857"/>
                  <a:pt x="160734" y="133945"/>
                </a:cubicBezTo>
                <a:lnTo>
                  <a:pt x="160734" y="116086"/>
                </a:lnTo>
                <a:cubicBezTo>
                  <a:pt x="160734" y="111175"/>
                  <a:pt x="156716" y="107156"/>
                  <a:pt x="151805" y="107156"/>
                </a:cubicBezTo>
                <a:lnTo>
                  <a:pt x="133945" y="107156"/>
                </a:lnTo>
                <a:cubicBezTo>
                  <a:pt x="129034" y="107156"/>
                  <a:pt x="125016" y="111175"/>
                  <a:pt x="125016" y="116086"/>
                </a:cubicBezTo>
                <a:close/>
                <a:moveTo>
                  <a:pt x="196453" y="53578"/>
                </a:moveTo>
                <a:cubicBezTo>
                  <a:pt x="191542" y="53578"/>
                  <a:pt x="187523" y="57596"/>
                  <a:pt x="187523" y="62508"/>
                </a:cubicBezTo>
                <a:lnTo>
                  <a:pt x="187523" y="80367"/>
                </a:lnTo>
                <a:cubicBezTo>
                  <a:pt x="187523" y="85279"/>
                  <a:pt x="191542" y="89297"/>
                  <a:pt x="196453" y="89297"/>
                </a:cubicBezTo>
                <a:lnTo>
                  <a:pt x="214313" y="89297"/>
                </a:lnTo>
                <a:cubicBezTo>
                  <a:pt x="219224" y="89297"/>
                  <a:pt x="223242" y="85279"/>
                  <a:pt x="223242" y="80367"/>
                </a:cubicBezTo>
                <a:lnTo>
                  <a:pt x="223242" y="62508"/>
                </a:lnTo>
                <a:cubicBezTo>
                  <a:pt x="223242" y="57596"/>
                  <a:pt x="219224" y="53578"/>
                  <a:pt x="214313" y="53578"/>
                </a:cubicBezTo>
                <a:lnTo>
                  <a:pt x="196453" y="53578"/>
                </a:lnTo>
                <a:close/>
                <a:moveTo>
                  <a:pt x="62508" y="116086"/>
                </a:moveTo>
                <a:lnTo>
                  <a:pt x="62508" y="133945"/>
                </a:lnTo>
                <a:cubicBezTo>
                  <a:pt x="62508" y="138857"/>
                  <a:pt x="66526" y="142875"/>
                  <a:pt x="71438" y="142875"/>
                </a:cubicBezTo>
                <a:lnTo>
                  <a:pt x="89297" y="142875"/>
                </a:lnTo>
                <a:cubicBezTo>
                  <a:pt x="94208" y="142875"/>
                  <a:pt x="98227" y="138857"/>
                  <a:pt x="98227" y="133945"/>
                </a:cubicBezTo>
                <a:lnTo>
                  <a:pt x="98227" y="116086"/>
                </a:lnTo>
                <a:cubicBezTo>
                  <a:pt x="98227" y="111175"/>
                  <a:pt x="94208" y="107156"/>
                  <a:pt x="89297" y="107156"/>
                </a:cubicBezTo>
                <a:lnTo>
                  <a:pt x="71438" y="107156"/>
                </a:lnTo>
                <a:cubicBezTo>
                  <a:pt x="66526" y="107156"/>
                  <a:pt x="62508" y="111175"/>
                  <a:pt x="62508" y="116086"/>
                </a:cubicBezTo>
                <a:close/>
                <a:moveTo>
                  <a:pt x="196453" y="107156"/>
                </a:moveTo>
                <a:cubicBezTo>
                  <a:pt x="191542" y="107156"/>
                  <a:pt x="187523" y="111175"/>
                  <a:pt x="187523" y="116086"/>
                </a:cubicBezTo>
                <a:lnTo>
                  <a:pt x="187523" y="133945"/>
                </a:lnTo>
                <a:cubicBezTo>
                  <a:pt x="187523" y="138857"/>
                  <a:pt x="191542" y="142875"/>
                  <a:pt x="196453" y="142875"/>
                </a:cubicBezTo>
                <a:lnTo>
                  <a:pt x="214313" y="142875"/>
                </a:lnTo>
                <a:cubicBezTo>
                  <a:pt x="219224" y="142875"/>
                  <a:pt x="223242" y="138857"/>
                  <a:pt x="223242" y="133945"/>
                </a:cubicBezTo>
                <a:lnTo>
                  <a:pt x="223242" y="116086"/>
                </a:lnTo>
                <a:cubicBezTo>
                  <a:pt x="223242" y="111175"/>
                  <a:pt x="219224" y="107156"/>
                  <a:pt x="214313" y="107156"/>
                </a:cubicBezTo>
                <a:lnTo>
                  <a:pt x="196453" y="107156"/>
                </a:lnTo>
                <a:close/>
                <a:moveTo>
                  <a:pt x="160734" y="214313"/>
                </a:moveTo>
                <a:lnTo>
                  <a:pt x="185179" y="214313"/>
                </a:lnTo>
                <a:cubicBezTo>
                  <a:pt x="190705" y="214313"/>
                  <a:pt x="194946" y="209290"/>
                  <a:pt x="192993" y="204155"/>
                </a:cubicBezTo>
                <a:cubicBezTo>
                  <a:pt x="185291" y="184007"/>
                  <a:pt x="165757" y="169664"/>
                  <a:pt x="142931" y="169664"/>
                </a:cubicBezTo>
                <a:cubicBezTo>
                  <a:pt x="120104" y="169664"/>
                  <a:pt x="100571" y="184007"/>
                  <a:pt x="92869" y="204155"/>
                </a:cubicBezTo>
                <a:cubicBezTo>
                  <a:pt x="90915" y="209290"/>
                  <a:pt x="95157" y="214313"/>
                  <a:pt x="100682" y="214313"/>
                </a:cubicBezTo>
                <a:lnTo>
                  <a:pt x="125127" y="214313"/>
                </a:lnTo>
                <a:lnTo>
                  <a:pt x="125127" y="258961"/>
                </a:lnTo>
                <a:lnTo>
                  <a:pt x="160846" y="258961"/>
                </a:lnTo>
                <a:lnTo>
                  <a:pt x="160846" y="21431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04900" y="43815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EAF4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4900" y="66675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38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易宿酒店预订平台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287907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600" b="1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</a:p>
        </p:txBody>
      </p:sp>
      <p:sp>
        <p:nvSpPr>
          <p:cNvPr id="9" name="Shape 6"/>
          <p:cNvSpPr/>
          <p:nvPr/>
        </p:nvSpPr>
        <p:spPr>
          <a:xfrm>
            <a:off x="381000" y="2897507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28575" y="0"/>
                </a:moveTo>
                <a:lnTo>
                  <a:pt x="1495425" y="0"/>
                </a:lnTo>
                <a:cubicBezTo>
                  <a:pt x="1511196" y="0"/>
                  <a:pt x="1524000" y="12804"/>
                  <a:pt x="1524000" y="28575"/>
                </a:cubicBezTo>
                <a:lnTo>
                  <a:pt x="1524000" y="28575"/>
                </a:lnTo>
                <a:cubicBezTo>
                  <a:pt x="1524000" y="44346"/>
                  <a:pt x="1511196" y="57150"/>
                  <a:pt x="14954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1677FF"/>
              </a:gs>
              <a:gs pos="100000">
                <a:srgbClr val="4CC9F0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84810" y="3187067"/>
            <a:ext cx="5589270" cy="1912620"/>
          </a:xfrm>
          <a:custGeom>
            <a:avLst/>
            <a:gdLst/>
            <a:ahLst/>
            <a:cxnLst/>
            <a:rect l="l" t="t" r="r" b="b"/>
            <a:pathLst>
              <a:path w="5589270" h="1912620">
                <a:moveTo>
                  <a:pt x="114298" y="0"/>
                </a:moveTo>
                <a:lnTo>
                  <a:pt x="5474972" y="0"/>
                </a:lnTo>
                <a:cubicBezTo>
                  <a:pt x="5538097" y="0"/>
                  <a:pt x="5589270" y="51173"/>
                  <a:pt x="5589270" y="114298"/>
                </a:cubicBezTo>
                <a:lnTo>
                  <a:pt x="5589270" y="1798322"/>
                </a:lnTo>
                <a:cubicBezTo>
                  <a:pt x="5589270" y="1861447"/>
                  <a:pt x="5538097" y="1912620"/>
                  <a:pt x="5474972" y="1912620"/>
                </a:cubicBezTo>
                <a:lnTo>
                  <a:pt x="114298" y="1912620"/>
                </a:lnTo>
                <a:cubicBezTo>
                  <a:pt x="51173" y="1912620"/>
                  <a:pt x="0" y="1861447"/>
                  <a:pt x="0" y="179832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EAF4FF">
              <a:alpha val="10196"/>
            </a:srgbClr>
          </a:solidFill>
          <a:ln w="10160">
            <a:solidFill>
              <a:srgbClr val="EAF4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02932" y="3419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17245" y="338137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项目成果总结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9120" y="376237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完整实现酒店预订平台三端架构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9120" y="406717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攻克长列表性能、组件复用、动效体系等技术难点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9120" y="437197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建立清晰的分层架构与状态机管理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9120" y="467677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Lighthouse Performance 评分 94-99分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4110" y="3187067"/>
            <a:ext cx="5589270" cy="1912620"/>
          </a:xfrm>
          <a:custGeom>
            <a:avLst/>
            <a:gdLst/>
            <a:ahLst/>
            <a:cxnLst/>
            <a:rect l="l" t="t" r="r" b="b"/>
            <a:pathLst>
              <a:path w="5589270" h="1912620">
                <a:moveTo>
                  <a:pt x="114298" y="0"/>
                </a:moveTo>
                <a:lnTo>
                  <a:pt x="5474972" y="0"/>
                </a:lnTo>
                <a:cubicBezTo>
                  <a:pt x="5538097" y="0"/>
                  <a:pt x="5589270" y="51173"/>
                  <a:pt x="5589270" y="114298"/>
                </a:cubicBezTo>
                <a:lnTo>
                  <a:pt x="5589270" y="1798322"/>
                </a:lnTo>
                <a:cubicBezTo>
                  <a:pt x="5589270" y="1861447"/>
                  <a:pt x="5538097" y="1912620"/>
                  <a:pt x="5474972" y="1912620"/>
                </a:cubicBezTo>
                <a:lnTo>
                  <a:pt x="114298" y="1912620"/>
                </a:lnTo>
                <a:cubicBezTo>
                  <a:pt x="51173" y="1912620"/>
                  <a:pt x="0" y="1861447"/>
                  <a:pt x="0" y="179832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EAF4FF">
              <a:alpha val="10196"/>
            </a:srgbClr>
          </a:solidFill>
          <a:ln w="10160">
            <a:solidFill>
              <a:srgbClr val="EAF4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432232" y="3419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07" y="11906"/>
                </a:moveTo>
                <a:lnTo>
                  <a:pt x="54955" y="11906"/>
                </a:lnTo>
                <a:cubicBezTo>
                  <a:pt x="44016" y="11906"/>
                  <a:pt x="34454" y="19385"/>
                  <a:pt x="31849" y="29989"/>
                </a:cubicBezTo>
                <a:lnTo>
                  <a:pt x="521" y="156456"/>
                </a:lnTo>
                <a:cubicBezTo>
                  <a:pt x="-2270" y="167692"/>
                  <a:pt x="6251" y="178594"/>
                  <a:pt x="17859" y="178594"/>
                </a:cubicBezTo>
                <a:lnTo>
                  <a:pt x="83307" y="178594"/>
                </a:lnTo>
                <a:lnTo>
                  <a:pt x="83307" y="154781"/>
                </a:lnTo>
                <a:cubicBezTo>
                  <a:pt x="83307" y="148196"/>
                  <a:pt x="88627" y="142875"/>
                  <a:pt x="95213" y="142875"/>
                </a:cubicBezTo>
                <a:cubicBezTo>
                  <a:pt x="101798" y="142875"/>
                  <a:pt x="107119" y="148196"/>
                  <a:pt x="107119" y="154781"/>
                </a:cubicBezTo>
                <a:lnTo>
                  <a:pt x="107119" y="178594"/>
                </a:lnTo>
                <a:lnTo>
                  <a:pt x="172641" y="178594"/>
                </a:lnTo>
                <a:cubicBezTo>
                  <a:pt x="184249" y="178594"/>
                  <a:pt x="192770" y="167692"/>
                  <a:pt x="189979" y="156456"/>
                </a:cubicBezTo>
                <a:lnTo>
                  <a:pt x="158688" y="29989"/>
                </a:lnTo>
                <a:cubicBezTo>
                  <a:pt x="156046" y="19385"/>
                  <a:pt x="146521" y="11906"/>
                  <a:pt x="135545" y="11906"/>
                </a:cubicBezTo>
                <a:lnTo>
                  <a:pt x="107119" y="11906"/>
                </a:lnTo>
                <a:lnTo>
                  <a:pt x="107119" y="35719"/>
                </a:lnTo>
                <a:cubicBezTo>
                  <a:pt x="107119" y="42304"/>
                  <a:pt x="101798" y="47625"/>
                  <a:pt x="95213" y="47625"/>
                </a:cubicBezTo>
                <a:cubicBezTo>
                  <a:pt x="88627" y="47625"/>
                  <a:pt x="83307" y="42304"/>
                  <a:pt x="83307" y="35719"/>
                </a:cubicBezTo>
                <a:lnTo>
                  <a:pt x="83307" y="11906"/>
                </a:lnTo>
                <a:close/>
                <a:moveTo>
                  <a:pt x="107119" y="83344"/>
                </a:moveTo>
                <a:lnTo>
                  <a:pt x="107119" y="107156"/>
                </a:lnTo>
                <a:cubicBezTo>
                  <a:pt x="107119" y="113742"/>
                  <a:pt x="101798" y="119063"/>
                  <a:pt x="95213" y="119063"/>
                </a:cubicBezTo>
                <a:cubicBezTo>
                  <a:pt x="88627" y="119063"/>
                  <a:pt x="83307" y="113742"/>
                  <a:pt x="83307" y="107156"/>
                </a:cubicBezTo>
                <a:lnTo>
                  <a:pt x="83307" y="83344"/>
                </a:lnTo>
                <a:cubicBezTo>
                  <a:pt x="83307" y="76758"/>
                  <a:pt x="88627" y="71438"/>
                  <a:pt x="95213" y="71438"/>
                </a:cubicBezTo>
                <a:cubicBezTo>
                  <a:pt x="101798" y="71438"/>
                  <a:pt x="107119" y="76758"/>
                  <a:pt x="107119" y="83344"/>
                </a:cubicBezTo>
                <a:close/>
              </a:path>
            </a:pathLst>
          </a:custGeom>
          <a:solidFill>
            <a:srgbClr val="4CC9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646545" y="338137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AF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8420" y="376237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管理端:</a:t>
            </a:r>
            <a:r>
              <a:rPr lang="en-US" sz="1200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继续细分域路由和词典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8420" y="406717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移动端:</a:t>
            </a:r>
            <a:r>
              <a:rPr lang="en-US" sz="1200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增加体验埋点(加载耗时/掉帧监控)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8420" y="437197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服务端:</a:t>
            </a:r>
            <a:r>
              <a:rPr lang="en-US" sz="1200" dirty="0">
                <a:solidFill>
                  <a:srgbClr val="EAF4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完善错误码标准化和i18n映射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81000" y="6248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993041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EAF4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11231166" y="62484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AF4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1648</Words>
  <Application>Microsoft Office PowerPoint</Application>
  <PresentationFormat>宽屏</PresentationFormat>
  <Paragraphs>518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Microsoft YaHei UI</vt:lpstr>
      <vt:lpstr>MiSans</vt:lpstr>
      <vt:lpstr>微软雅黑</vt:lpstr>
      <vt:lpstr>Arial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易宿酒店预订平台 - 三端架构设计与技术实现</dc:title>
  <dc:subject>易宿酒店预订平台 - 三端架构设计与技术实现</dc:subject>
  <dc:creator>Kimi</dc:creator>
  <cp:lastModifiedBy>鼎亚 陈</cp:lastModifiedBy>
  <cp:revision>67</cp:revision>
  <dcterms:created xsi:type="dcterms:W3CDTF">2026-02-25T05:42:48Z</dcterms:created>
  <dcterms:modified xsi:type="dcterms:W3CDTF">2026-02-26T08:15:39Z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{"Label":"易宿酒店预订平台 - 三端架构设计与技术实现","ContentProducer":"001191110108MACG2KBH8F10000","ProduceID":"19c9316a-7042-8212-8000-00002add364e","ReservedCode1":"","ContentPropagator":"001191110108MACG2KBH8F20000","PropagateID":"19c9316a-7042-8212-8000-00002add364e","ReservedCode2":""}</vt:lpwstr>
  </property>
</Properties>
</file>